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691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presProps" Target="presProps.xml"/><Relationship Id="rId8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655189" y="243585"/>
            <a:ext cx="6881621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FFC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4EC8AF"/>
                </a:solidFill>
                <a:latin typeface="Consolas"/>
                <a:cs typeface="Consola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FFC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400" b="0" i="0">
                <a:solidFill>
                  <a:srgbClr val="4EC8AF"/>
                </a:solidFill>
                <a:latin typeface="Consolas"/>
                <a:cs typeface="Consola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FFC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310121" y="1596643"/>
            <a:ext cx="5102859" cy="38665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DCDCAA"/>
                </a:solidFill>
                <a:latin typeface="Consolas"/>
                <a:cs typeface="Consolas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9/16/2025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FFC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9/16/2025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9/16/2025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363C3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6583679"/>
            <a:ext cx="12188825" cy="274320"/>
          </a:xfrm>
          <a:custGeom>
            <a:avLst/>
            <a:gdLst/>
            <a:ahLst/>
            <a:cxnLst/>
            <a:rect l="l" t="t" r="r" b="b"/>
            <a:pathLst>
              <a:path w="12188825" h="274320">
                <a:moveTo>
                  <a:pt x="12188825" y="0"/>
                </a:moveTo>
                <a:lnTo>
                  <a:pt x="0" y="0"/>
                </a:lnTo>
                <a:lnTo>
                  <a:pt x="0" y="274320"/>
                </a:lnTo>
                <a:lnTo>
                  <a:pt x="12188825" y="274320"/>
                </a:lnTo>
                <a:lnTo>
                  <a:pt x="12188825" y="0"/>
                </a:lnTo>
                <a:close/>
              </a:path>
            </a:pathLst>
          </a:custGeom>
          <a:solidFill>
            <a:srgbClr val="39AEB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96592" y="183007"/>
            <a:ext cx="8798560" cy="6623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FFC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53136" y="1059941"/>
            <a:ext cx="11485727" cy="53987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4EC8AF"/>
                </a:solidFill>
                <a:latin typeface="Consolas"/>
                <a:cs typeface="Consola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users/stocksnap-894430/?utm_source=link-attribution&amp;utm_medium=referral&amp;utm_campaign=image&amp;utm_content=2609647" TargetMode="External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pixabay.com/?utm_source=link-attribution&amp;utm_medium=referral&amp;utm_campaign=image&amp;utm_content=2609647" TargetMode="Externa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5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4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4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4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4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4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hyperlink" Target="https://ctan.org/tex-archive/info/lshort/english/?lang=en" TargetMode="External"/><Relationship Id="rId2" Type="http://schemas.openxmlformats.org/officeDocument/2006/relationships/hyperlink" Target="https://www.overleaf.com/learn" TargetMode="Externa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object 3"/>
            <p:cNvSpPr/>
            <p:nvPr/>
          </p:nvSpPr>
          <p:spPr>
            <a:xfrm>
              <a:off x="0" y="1905000"/>
              <a:ext cx="12192000" cy="3197860"/>
            </a:xfrm>
            <a:custGeom>
              <a:avLst/>
              <a:gdLst/>
              <a:ahLst/>
              <a:cxnLst/>
              <a:rect l="l" t="t" r="r" b="b"/>
              <a:pathLst>
                <a:path w="12192000" h="3197860">
                  <a:moveTo>
                    <a:pt x="0" y="3197351"/>
                  </a:moveTo>
                  <a:lnTo>
                    <a:pt x="12192000" y="3197351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197351"/>
                  </a:lnTo>
                  <a:close/>
                </a:path>
              </a:pathLst>
            </a:custGeom>
            <a:solidFill>
              <a:srgbClr val="363C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12188825" cy="6858000"/>
            </a:xfrm>
            <a:custGeom>
              <a:avLst/>
              <a:gdLst/>
              <a:ahLst/>
              <a:cxnLst/>
              <a:rect l="l" t="t" r="r" b="b"/>
              <a:pathLst>
                <a:path w="12188825" h="6858000">
                  <a:moveTo>
                    <a:pt x="12188812" y="5102352"/>
                  </a:moveTo>
                  <a:lnTo>
                    <a:pt x="0" y="5102352"/>
                  </a:lnTo>
                  <a:lnTo>
                    <a:pt x="0" y="6858000"/>
                  </a:lnTo>
                  <a:lnTo>
                    <a:pt x="12188812" y="6858000"/>
                  </a:lnTo>
                  <a:lnTo>
                    <a:pt x="12188812" y="5102352"/>
                  </a:lnTo>
                  <a:close/>
                </a:path>
                <a:path w="12188825" h="6858000">
                  <a:moveTo>
                    <a:pt x="12188812" y="0"/>
                  </a:moveTo>
                  <a:lnTo>
                    <a:pt x="0" y="0"/>
                  </a:lnTo>
                  <a:lnTo>
                    <a:pt x="0" y="1905000"/>
                  </a:lnTo>
                  <a:lnTo>
                    <a:pt x="12188812" y="1905000"/>
                  </a:lnTo>
                  <a:lnTo>
                    <a:pt x="12188812" y="0"/>
                  </a:lnTo>
                  <a:close/>
                </a:path>
              </a:pathLst>
            </a:custGeom>
            <a:solidFill>
              <a:srgbClr val="39AE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524000" y="5181600"/>
            <a:ext cx="7924800" cy="133305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57300" algn="ctr">
              <a:lnSpc>
                <a:spcPts val="2510"/>
              </a:lnSpc>
              <a:spcBef>
                <a:spcPts val="95"/>
              </a:spcBef>
            </a:pPr>
            <a:r>
              <a:rPr lang="en-US" sz="2200" b="1" spc="-30" dirty="0" smtClean="0">
                <a:solidFill>
                  <a:srgbClr val="FFFF00"/>
                </a:solidFill>
                <a:latin typeface="Calibri"/>
                <a:cs typeface="Calibri"/>
              </a:rPr>
              <a:t>Kazi Saeed Alam</a:t>
            </a:r>
            <a:endParaRPr lang="en-US" sz="2200" dirty="0">
              <a:latin typeface="Calibri"/>
              <a:cs typeface="Calibri"/>
            </a:endParaRPr>
          </a:p>
          <a:p>
            <a:pPr marL="1257300" algn="ctr">
              <a:lnSpc>
                <a:spcPts val="2510"/>
              </a:lnSpc>
              <a:spcBef>
                <a:spcPts val="95"/>
              </a:spcBef>
            </a:pPr>
            <a:r>
              <a:rPr lang="en-US" sz="2200" spc="-20" dirty="0" smtClean="0">
                <a:solidFill>
                  <a:srgbClr val="FFFFFF"/>
                </a:solidFill>
                <a:latin typeface="Calibri"/>
                <a:cs typeface="Calibri"/>
              </a:rPr>
              <a:t>Assistant Professor,</a:t>
            </a:r>
          </a:p>
          <a:p>
            <a:pPr marL="1257300" algn="ctr">
              <a:lnSpc>
                <a:spcPts val="2510"/>
              </a:lnSpc>
              <a:spcBef>
                <a:spcPts val="95"/>
              </a:spcBef>
            </a:pPr>
            <a:r>
              <a:rPr lang="en-US" sz="2200" spc="-20" dirty="0" smtClean="0">
                <a:solidFill>
                  <a:srgbClr val="FFFFFF"/>
                </a:solidFill>
                <a:latin typeface="Calibri"/>
                <a:cs typeface="Calibri"/>
              </a:rPr>
              <a:t>Department of Computer Science and Engineering, </a:t>
            </a:r>
          </a:p>
          <a:p>
            <a:pPr marL="1257300" algn="ctr">
              <a:lnSpc>
                <a:spcPts val="2510"/>
              </a:lnSpc>
              <a:spcBef>
                <a:spcPts val="95"/>
              </a:spcBef>
            </a:pPr>
            <a:r>
              <a:rPr lang="en-US" sz="2200" spc="-20" dirty="0" smtClean="0">
                <a:solidFill>
                  <a:srgbClr val="FFFFFF"/>
                </a:solidFill>
                <a:latin typeface="Calibri"/>
                <a:cs typeface="Calibri"/>
              </a:rPr>
              <a:t>Khulna University of Engineering &amp; Technology (KUET).</a:t>
            </a:r>
            <a:endParaRPr sz="2200" dirty="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83026" y="2236216"/>
            <a:ext cx="6424803" cy="253390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7788" y="932560"/>
            <a:ext cx="5166995" cy="4699635"/>
          </a:xfrm>
          <a:prstGeom prst="rect">
            <a:avLst/>
          </a:prstGeom>
        </p:spPr>
        <p:txBody>
          <a:bodyPr vert="horz" wrap="square" lIns="0" tIns="131445" rIns="0" bIns="0" rtlCol="0">
            <a:spAutoFit/>
          </a:bodyPr>
          <a:lstStyle/>
          <a:p>
            <a:pPr marL="756285" indent="-743585">
              <a:lnSpc>
                <a:spcPct val="100000"/>
              </a:lnSpc>
              <a:spcBef>
                <a:spcPts val="1035"/>
              </a:spcBef>
              <a:buSzPct val="79166"/>
              <a:buAutoNum type="arabicParenR"/>
              <a:tabLst>
                <a:tab pos="756285" algn="l"/>
              </a:tabLst>
            </a:pPr>
            <a:r>
              <a:rPr sz="3600" spc="-50" dirty="0">
                <a:solidFill>
                  <a:srgbClr val="FFFFFF"/>
                </a:solidFill>
                <a:latin typeface="Calibri"/>
                <a:cs typeface="Calibri"/>
              </a:rPr>
              <a:t>LaTeX</a:t>
            </a:r>
            <a:r>
              <a:rPr sz="3600" spc="-114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600" spc="-10" dirty="0">
                <a:solidFill>
                  <a:srgbClr val="FFFFFF"/>
                </a:solidFill>
                <a:latin typeface="Calibri"/>
                <a:cs typeface="Calibri"/>
              </a:rPr>
              <a:t>Introduction</a:t>
            </a:r>
            <a:endParaRPr sz="3600">
              <a:latin typeface="Calibri"/>
              <a:cs typeface="Calibri"/>
            </a:endParaRPr>
          </a:p>
          <a:p>
            <a:pPr marL="756285" indent="-743585">
              <a:lnSpc>
                <a:spcPct val="100000"/>
              </a:lnSpc>
              <a:spcBef>
                <a:spcPts val="940"/>
              </a:spcBef>
              <a:buSzPct val="79166"/>
              <a:buAutoNum type="arabicParenR"/>
              <a:tabLst>
                <a:tab pos="756285" algn="l"/>
              </a:tabLst>
            </a:pPr>
            <a:r>
              <a:rPr sz="3600" spc="-40" dirty="0">
                <a:solidFill>
                  <a:srgbClr val="FFFFFF"/>
                </a:solidFill>
                <a:latin typeface="Calibri"/>
                <a:cs typeface="Calibri"/>
              </a:rPr>
              <a:t>LaTeX</a:t>
            </a:r>
            <a:r>
              <a:rPr sz="36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600" spc="-10" dirty="0">
                <a:solidFill>
                  <a:srgbClr val="FFFFFF"/>
                </a:solidFill>
                <a:latin typeface="Calibri"/>
                <a:cs typeface="Calibri"/>
              </a:rPr>
              <a:t>Benefits</a:t>
            </a:r>
            <a:endParaRPr sz="3600">
              <a:latin typeface="Calibri"/>
              <a:cs typeface="Calibri"/>
            </a:endParaRPr>
          </a:p>
          <a:p>
            <a:pPr marL="756285" indent="-743585">
              <a:lnSpc>
                <a:spcPct val="100000"/>
              </a:lnSpc>
              <a:spcBef>
                <a:spcPts val="940"/>
              </a:spcBef>
              <a:buSzPct val="79166"/>
              <a:buAutoNum type="arabicParenR"/>
              <a:tabLst>
                <a:tab pos="756285" algn="l"/>
              </a:tabLst>
            </a:pPr>
            <a:r>
              <a:rPr sz="3600" spc="-40" dirty="0">
                <a:solidFill>
                  <a:srgbClr val="FFFFFF"/>
                </a:solidFill>
                <a:latin typeface="Calibri"/>
                <a:cs typeface="Calibri"/>
              </a:rPr>
              <a:t>LaTeX</a:t>
            </a:r>
            <a:r>
              <a:rPr sz="3600" spc="-1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600" spc="-10" dirty="0">
                <a:solidFill>
                  <a:srgbClr val="FFFFFF"/>
                </a:solidFill>
                <a:latin typeface="Calibri"/>
                <a:cs typeface="Calibri"/>
              </a:rPr>
              <a:t>Editors</a:t>
            </a:r>
            <a:endParaRPr sz="3600">
              <a:latin typeface="Calibri"/>
              <a:cs typeface="Calibri"/>
            </a:endParaRPr>
          </a:p>
          <a:p>
            <a:pPr marL="756285" indent="-743585">
              <a:lnSpc>
                <a:spcPct val="100000"/>
              </a:lnSpc>
              <a:spcBef>
                <a:spcPts val="935"/>
              </a:spcBef>
              <a:buSzPct val="79166"/>
              <a:buAutoNum type="arabicParenR"/>
              <a:tabLst>
                <a:tab pos="756285" algn="l"/>
              </a:tabLst>
            </a:pPr>
            <a:r>
              <a:rPr sz="3600" dirty="0">
                <a:solidFill>
                  <a:srgbClr val="FFFFFF"/>
                </a:solidFill>
                <a:latin typeface="Calibri"/>
                <a:cs typeface="Calibri"/>
              </a:rPr>
              <a:t>First</a:t>
            </a:r>
            <a:r>
              <a:rPr sz="3600" spc="-9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FFFFFF"/>
                </a:solidFill>
                <a:latin typeface="Calibri"/>
                <a:cs typeface="Calibri"/>
              </a:rPr>
              <a:t>document</a:t>
            </a:r>
            <a:r>
              <a:rPr sz="3600" spc="-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3600" spc="-40" dirty="0">
                <a:solidFill>
                  <a:srgbClr val="FFFFFF"/>
                </a:solidFill>
                <a:latin typeface="Calibri"/>
                <a:cs typeface="Calibri"/>
              </a:rPr>
              <a:t> LaTeX</a:t>
            </a:r>
            <a:endParaRPr sz="3600">
              <a:latin typeface="Calibri"/>
              <a:cs typeface="Calibri"/>
            </a:endParaRPr>
          </a:p>
          <a:p>
            <a:pPr marL="756285" indent="-743585">
              <a:lnSpc>
                <a:spcPct val="100000"/>
              </a:lnSpc>
              <a:spcBef>
                <a:spcPts val="940"/>
              </a:spcBef>
              <a:buSzPct val="79166"/>
              <a:buAutoNum type="arabicParenR"/>
              <a:tabLst>
                <a:tab pos="756285" algn="l"/>
              </a:tabLst>
            </a:pPr>
            <a:r>
              <a:rPr sz="3600" spc="-75" dirty="0">
                <a:solidFill>
                  <a:srgbClr val="FFFFFF"/>
                </a:solidFill>
                <a:latin typeface="Calibri"/>
                <a:cs typeface="Calibri"/>
              </a:rPr>
              <a:t>Text</a:t>
            </a:r>
            <a:r>
              <a:rPr sz="3600" spc="-1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600" spc="-10" dirty="0">
                <a:solidFill>
                  <a:srgbClr val="FFFFFF"/>
                </a:solidFill>
                <a:latin typeface="Calibri"/>
                <a:cs typeface="Calibri"/>
              </a:rPr>
              <a:t>formatting</a:t>
            </a:r>
            <a:endParaRPr sz="3600">
              <a:latin typeface="Calibri"/>
              <a:cs typeface="Calibri"/>
            </a:endParaRPr>
          </a:p>
          <a:p>
            <a:pPr marL="756285" indent="-743585">
              <a:lnSpc>
                <a:spcPct val="100000"/>
              </a:lnSpc>
              <a:spcBef>
                <a:spcPts val="935"/>
              </a:spcBef>
              <a:buSzPct val="79166"/>
              <a:buAutoNum type="arabicParenR"/>
              <a:tabLst>
                <a:tab pos="756285" algn="l"/>
              </a:tabLst>
            </a:pPr>
            <a:r>
              <a:rPr sz="3600" dirty="0">
                <a:solidFill>
                  <a:srgbClr val="FFFFFF"/>
                </a:solidFill>
                <a:latin typeface="Calibri"/>
                <a:cs typeface="Calibri"/>
              </a:rPr>
              <a:t>Custom</a:t>
            </a:r>
            <a:r>
              <a:rPr sz="3600" spc="-1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600" spc="-10" dirty="0">
                <a:solidFill>
                  <a:srgbClr val="FFFFFF"/>
                </a:solidFill>
                <a:latin typeface="Calibri"/>
                <a:cs typeface="Calibri"/>
              </a:rPr>
              <a:t>commands</a:t>
            </a:r>
            <a:endParaRPr sz="3600">
              <a:latin typeface="Calibri"/>
              <a:cs typeface="Calibri"/>
            </a:endParaRPr>
          </a:p>
          <a:p>
            <a:pPr marL="756285" indent="-743585">
              <a:lnSpc>
                <a:spcPct val="100000"/>
              </a:lnSpc>
              <a:spcBef>
                <a:spcPts val="935"/>
              </a:spcBef>
              <a:buSzPct val="79166"/>
              <a:buAutoNum type="arabicParenR"/>
              <a:tabLst>
                <a:tab pos="756285" algn="l"/>
              </a:tabLst>
            </a:pPr>
            <a:r>
              <a:rPr sz="3600" spc="-30" dirty="0">
                <a:solidFill>
                  <a:srgbClr val="FFFFFF"/>
                </a:solidFill>
                <a:latin typeface="Calibri"/>
                <a:cs typeface="Calibri"/>
              </a:rPr>
              <a:t>Table</a:t>
            </a:r>
            <a:r>
              <a:rPr sz="3600" spc="-1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3600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600" spc="-10" dirty="0">
                <a:solidFill>
                  <a:srgbClr val="FFFFFF"/>
                </a:solidFill>
                <a:latin typeface="Calibri"/>
                <a:cs typeface="Calibri"/>
              </a:rPr>
              <a:t>Contents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340858" y="183007"/>
            <a:ext cx="15100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Content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7788" y="921893"/>
            <a:ext cx="3206750" cy="2915920"/>
          </a:xfrm>
          <a:prstGeom prst="rect">
            <a:avLst/>
          </a:prstGeom>
        </p:spPr>
        <p:txBody>
          <a:bodyPr vert="horz" wrap="square" lIns="0" tIns="186690" rIns="0" bIns="0" rtlCol="0">
            <a:spAutoFit/>
          </a:bodyPr>
          <a:lstStyle/>
          <a:p>
            <a:pPr marL="756285" indent="-743585">
              <a:lnSpc>
                <a:spcPct val="100000"/>
              </a:lnSpc>
              <a:spcBef>
                <a:spcPts val="1470"/>
              </a:spcBef>
              <a:buSzPct val="79166"/>
              <a:buAutoNum type="arabicParenR" startAt="8"/>
              <a:tabLst>
                <a:tab pos="756285" algn="l"/>
              </a:tabLst>
            </a:pPr>
            <a:r>
              <a:rPr sz="3600" spc="-10" dirty="0">
                <a:solidFill>
                  <a:srgbClr val="FFFFFF"/>
                </a:solidFill>
                <a:latin typeface="Calibri"/>
                <a:cs typeface="Calibri"/>
              </a:rPr>
              <a:t>Lists</a:t>
            </a:r>
            <a:endParaRPr sz="3600">
              <a:latin typeface="Calibri"/>
              <a:cs typeface="Calibri"/>
            </a:endParaRPr>
          </a:p>
          <a:p>
            <a:pPr marL="756285" indent="-743585">
              <a:lnSpc>
                <a:spcPct val="100000"/>
              </a:lnSpc>
              <a:spcBef>
                <a:spcPts val="1370"/>
              </a:spcBef>
              <a:buSzPct val="79166"/>
              <a:buAutoNum type="arabicParenR" startAt="8"/>
              <a:tabLst>
                <a:tab pos="756285" algn="l"/>
              </a:tabLst>
            </a:pPr>
            <a:r>
              <a:rPr sz="3600" spc="-10" dirty="0">
                <a:solidFill>
                  <a:srgbClr val="FFFFFF"/>
                </a:solidFill>
                <a:latin typeface="Calibri"/>
                <a:cs typeface="Calibri"/>
              </a:rPr>
              <a:t>Images</a:t>
            </a:r>
            <a:endParaRPr sz="3600">
              <a:latin typeface="Calibri"/>
              <a:cs typeface="Calibri"/>
            </a:endParaRPr>
          </a:p>
          <a:p>
            <a:pPr marL="756285" indent="-743585">
              <a:lnSpc>
                <a:spcPct val="100000"/>
              </a:lnSpc>
              <a:spcBef>
                <a:spcPts val="1370"/>
              </a:spcBef>
              <a:buSzPct val="79166"/>
              <a:buAutoNum type="arabicParenR" startAt="8"/>
              <a:tabLst>
                <a:tab pos="756285" algn="l"/>
              </a:tabLst>
            </a:pPr>
            <a:r>
              <a:rPr sz="3600" spc="-10" dirty="0">
                <a:solidFill>
                  <a:srgbClr val="FFFFFF"/>
                </a:solidFill>
                <a:latin typeface="Calibri"/>
                <a:cs typeface="Calibri"/>
              </a:rPr>
              <a:t>Tables</a:t>
            </a:r>
            <a:endParaRPr sz="3600">
              <a:latin typeface="Calibri"/>
              <a:cs typeface="Calibri"/>
            </a:endParaRPr>
          </a:p>
          <a:p>
            <a:pPr marL="756285" indent="-743585">
              <a:lnSpc>
                <a:spcPct val="100000"/>
              </a:lnSpc>
              <a:spcBef>
                <a:spcPts val="1365"/>
              </a:spcBef>
              <a:buSzPct val="79166"/>
              <a:buAutoNum type="arabicParenR" startAt="8"/>
              <a:tabLst>
                <a:tab pos="756285" algn="l"/>
              </a:tabLst>
            </a:pPr>
            <a:r>
              <a:rPr sz="3600" spc="-10" dirty="0">
                <a:solidFill>
                  <a:srgbClr val="FFFFFF"/>
                </a:solidFill>
                <a:latin typeface="Calibri"/>
                <a:cs typeface="Calibri"/>
              </a:rPr>
              <a:t>Mathematics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340858" y="183007"/>
            <a:ext cx="15100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Content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7788" y="1105026"/>
            <a:ext cx="1079563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5"/>
              </a:spcBef>
              <a:buSzPct val="79687"/>
              <a:buFont typeface="Arial MT"/>
              <a:buChar char="•"/>
              <a:tabLst>
                <a:tab pos="241300" algn="l"/>
                <a:tab pos="1480185" algn="l"/>
                <a:tab pos="3910965" algn="l"/>
                <a:tab pos="5199380" algn="l"/>
                <a:tab pos="7245984" algn="l"/>
                <a:tab pos="7900034" algn="l"/>
                <a:tab pos="10036810" algn="l"/>
                <a:tab pos="10587355" algn="l"/>
              </a:tabLst>
            </a:pPr>
            <a:r>
              <a:rPr sz="3200" spc="-10" dirty="0">
                <a:solidFill>
                  <a:srgbClr val="FFFF00"/>
                </a:solidFill>
                <a:latin typeface="Calibri"/>
                <a:cs typeface="Calibri"/>
              </a:rPr>
              <a:t>LaTeX</a:t>
            </a:r>
            <a:r>
              <a:rPr sz="3200" dirty="0">
                <a:solidFill>
                  <a:srgbClr val="FFFF00"/>
                </a:solidFill>
                <a:latin typeface="Calibri"/>
                <a:cs typeface="Calibri"/>
              </a:rPr>
              <a:t>	</a:t>
            </a:r>
            <a:r>
              <a:rPr sz="3200" spc="-10" dirty="0">
                <a:solidFill>
                  <a:srgbClr val="FFFFFF"/>
                </a:solidFill>
                <a:latin typeface="Calibri"/>
                <a:cs typeface="Calibri"/>
              </a:rPr>
              <a:t>(pronounced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3200" spc="-10" dirty="0">
                <a:solidFill>
                  <a:srgbClr val="FFFFFF"/>
                </a:solidFill>
                <a:latin typeface="Calibri"/>
                <a:cs typeface="Calibri"/>
              </a:rPr>
              <a:t>either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3200" spc="-25" dirty="0">
                <a:solidFill>
                  <a:srgbClr val="FFFFFF"/>
                </a:solidFill>
                <a:latin typeface="Calibri"/>
                <a:cs typeface="Calibri"/>
              </a:rPr>
              <a:t>"</a:t>
            </a:r>
            <a:r>
              <a:rPr sz="3200" spc="-25" dirty="0">
                <a:solidFill>
                  <a:srgbClr val="92D050"/>
                </a:solidFill>
                <a:latin typeface="Calibri"/>
                <a:cs typeface="Calibri"/>
              </a:rPr>
              <a:t>Lah-</a:t>
            </a:r>
            <a:r>
              <a:rPr sz="3200" spc="-10" dirty="0">
                <a:solidFill>
                  <a:srgbClr val="92D050"/>
                </a:solidFill>
                <a:latin typeface="Calibri"/>
                <a:cs typeface="Calibri"/>
              </a:rPr>
              <a:t>tech</a:t>
            </a:r>
            <a:r>
              <a:rPr sz="3200" spc="-10" dirty="0">
                <a:solidFill>
                  <a:srgbClr val="FFFFFF"/>
                </a:solidFill>
                <a:latin typeface="Calibri"/>
                <a:cs typeface="Calibri"/>
              </a:rPr>
              <a:t>"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3200" spc="-25" dirty="0">
                <a:solidFill>
                  <a:srgbClr val="FFFFFF"/>
                </a:solidFill>
                <a:latin typeface="Calibri"/>
                <a:cs typeface="Calibri"/>
              </a:rPr>
              <a:t>or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3200" spc="-30" dirty="0">
                <a:solidFill>
                  <a:srgbClr val="FFFFFF"/>
                </a:solidFill>
                <a:latin typeface="Calibri"/>
                <a:cs typeface="Calibri"/>
              </a:rPr>
              <a:t>"</a:t>
            </a:r>
            <a:r>
              <a:rPr sz="3200" spc="-30" dirty="0">
                <a:solidFill>
                  <a:srgbClr val="92D050"/>
                </a:solidFill>
                <a:latin typeface="Calibri"/>
                <a:cs typeface="Calibri"/>
              </a:rPr>
              <a:t>Lay-</a:t>
            </a:r>
            <a:r>
              <a:rPr sz="3200" spc="-10" dirty="0">
                <a:solidFill>
                  <a:srgbClr val="92D050"/>
                </a:solidFill>
                <a:latin typeface="Calibri"/>
                <a:cs typeface="Calibri"/>
              </a:rPr>
              <a:t>tech</a:t>
            </a:r>
            <a:r>
              <a:rPr sz="3200" spc="-10" dirty="0">
                <a:solidFill>
                  <a:srgbClr val="FFFFFF"/>
                </a:solidFill>
                <a:latin typeface="Calibri"/>
                <a:cs typeface="Calibri"/>
              </a:rPr>
              <a:t>")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3200" spc="-25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3200" spc="-5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97788" y="1364970"/>
            <a:ext cx="10793730" cy="3135630"/>
          </a:xfrm>
          <a:prstGeom prst="rect">
            <a:avLst/>
          </a:prstGeom>
        </p:spPr>
        <p:txBody>
          <a:bodyPr vert="horz" wrap="square" lIns="0" tIns="192405" rIns="0" bIns="0" rtlCol="0">
            <a:spAutoFit/>
          </a:bodyPr>
          <a:lstStyle/>
          <a:p>
            <a:pPr marL="241300">
              <a:lnSpc>
                <a:spcPct val="100000"/>
              </a:lnSpc>
              <a:spcBef>
                <a:spcPts val="1515"/>
              </a:spcBef>
            </a:pP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software</a:t>
            </a:r>
            <a:r>
              <a:rPr sz="3200" spc="-1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3200" spc="-1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typesetting</a:t>
            </a:r>
            <a:r>
              <a:rPr sz="3200" spc="-1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Calibri"/>
                <a:cs typeface="Calibri"/>
              </a:rPr>
              <a:t>documents.</a:t>
            </a:r>
            <a:endParaRPr sz="32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1415"/>
              </a:spcBef>
              <a:buSzPct val="79687"/>
              <a:buFont typeface="Arial MT"/>
              <a:buChar char="•"/>
              <a:tabLst>
                <a:tab pos="241300" algn="l"/>
              </a:tabLst>
            </a:pP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It's</a:t>
            </a:r>
            <a:r>
              <a:rPr sz="32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32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00AFEF"/>
                </a:solidFill>
                <a:latin typeface="Calibri"/>
                <a:cs typeface="Calibri"/>
              </a:rPr>
              <a:t>document</a:t>
            </a:r>
            <a:r>
              <a:rPr sz="3200" spc="-6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00AFEF"/>
                </a:solidFill>
                <a:latin typeface="Calibri"/>
                <a:cs typeface="Calibri"/>
              </a:rPr>
              <a:t>preparation</a:t>
            </a:r>
            <a:r>
              <a:rPr sz="3200" spc="-6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00AFEF"/>
                </a:solidFill>
                <a:latin typeface="Calibri"/>
                <a:cs typeface="Calibri"/>
              </a:rPr>
              <a:t>system</a:t>
            </a:r>
            <a:r>
              <a:rPr sz="3200" spc="-10" dirty="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endParaRPr sz="3200" dirty="0">
              <a:latin typeface="Calibri"/>
              <a:cs typeface="Calibri"/>
            </a:endParaRPr>
          </a:p>
          <a:p>
            <a:pPr marL="241300" marR="5080" indent="-228600">
              <a:lnSpc>
                <a:spcPts val="3460"/>
              </a:lnSpc>
              <a:spcBef>
                <a:spcPts val="1850"/>
              </a:spcBef>
              <a:buSzPct val="79687"/>
              <a:buFont typeface="Arial MT"/>
              <a:buChar char="•"/>
              <a:tabLst>
                <a:tab pos="241300" algn="l"/>
                <a:tab pos="617220" algn="l"/>
                <a:tab pos="1007744" algn="l"/>
                <a:tab pos="1710689" algn="l"/>
                <a:tab pos="7686675" algn="l"/>
              </a:tabLst>
            </a:pPr>
            <a:r>
              <a:rPr sz="3200" spc="-25" dirty="0">
                <a:solidFill>
                  <a:srgbClr val="FFFFFF"/>
                </a:solidFill>
                <a:latin typeface="Calibri"/>
                <a:cs typeface="Calibri"/>
              </a:rPr>
              <a:t>It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3200" spc="-25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3200" spc="-25" dirty="0">
                <a:solidFill>
                  <a:srgbClr val="FFFFFF"/>
                </a:solidFill>
                <a:latin typeface="Calibri"/>
                <a:cs typeface="Calibri"/>
              </a:rPr>
              <a:t>not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	a</a:t>
            </a:r>
            <a:r>
              <a:rPr sz="3200" spc="2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word</a:t>
            </a:r>
            <a:r>
              <a:rPr sz="3200" spc="2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Calibri"/>
                <a:cs typeface="Calibri"/>
              </a:rPr>
              <a:t>processor,</a:t>
            </a:r>
            <a:r>
              <a:rPr sz="3200" spc="2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but</a:t>
            </a:r>
            <a:r>
              <a:rPr sz="3200" spc="2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3200" spc="2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used</a:t>
            </a:r>
            <a:r>
              <a:rPr sz="3200" spc="29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as</a:t>
            </a:r>
            <a:r>
              <a:rPr sz="3200" spc="2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spc="-5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3200" dirty="0">
                <a:solidFill>
                  <a:srgbClr val="FFC000"/>
                </a:solidFill>
                <a:latin typeface="Calibri"/>
                <a:cs typeface="Calibri"/>
              </a:rPr>
              <a:t>document</a:t>
            </a:r>
            <a:r>
              <a:rPr sz="3200" spc="28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FFC000"/>
                </a:solidFill>
                <a:latin typeface="Calibri"/>
                <a:cs typeface="Calibri"/>
              </a:rPr>
              <a:t>markup </a:t>
            </a:r>
            <a:r>
              <a:rPr sz="3200" spc="-10" dirty="0" smtClean="0">
                <a:solidFill>
                  <a:srgbClr val="FFC000"/>
                </a:solidFill>
                <a:latin typeface="Calibri"/>
                <a:cs typeface="Calibri"/>
              </a:rPr>
              <a:t>language</a:t>
            </a:r>
            <a:r>
              <a:rPr sz="3200" spc="-10" dirty="0" smtClean="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endParaRPr sz="32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1365"/>
              </a:spcBef>
              <a:buSzPct val="79687"/>
              <a:buFont typeface="Arial MT"/>
              <a:buChar char="•"/>
              <a:tabLst>
                <a:tab pos="241300" algn="l"/>
              </a:tabLst>
            </a:pP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It</a:t>
            </a:r>
            <a:r>
              <a:rPr sz="32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32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32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FF00"/>
                </a:solidFill>
                <a:latin typeface="Calibri"/>
                <a:cs typeface="Calibri"/>
              </a:rPr>
              <a:t>free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,</a:t>
            </a:r>
            <a:r>
              <a:rPr sz="32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92D050"/>
                </a:solidFill>
                <a:latin typeface="Calibri"/>
                <a:cs typeface="Calibri"/>
              </a:rPr>
              <a:t>open</a:t>
            </a:r>
            <a:r>
              <a:rPr sz="3200" spc="-30" dirty="0">
                <a:solidFill>
                  <a:srgbClr val="92D050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92D050"/>
                </a:solidFill>
                <a:latin typeface="Calibri"/>
                <a:cs typeface="Calibri"/>
              </a:rPr>
              <a:t>source</a:t>
            </a:r>
            <a:r>
              <a:rPr sz="3200" spc="-50" dirty="0">
                <a:solidFill>
                  <a:srgbClr val="92D050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Calibri"/>
                <a:cs typeface="Calibri"/>
              </a:rPr>
              <a:t>software.</a:t>
            </a:r>
            <a:endParaRPr sz="32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97788" y="4653788"/>
            <a:ext cx="10795635" cy="953135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241300" marR="5080" indent="-228600">
              <a:lnSpc>
                <a:spcPts val="3460"/>
              </a:lnSpc>
              <a:spcBef>
                <a:spcPts val="535"/>
              </a:spcBef>
              <a:buSzPct val="79687"/>
              <a:buFont typeface="Arial MT"/>
              <a:buChar char="•"/>
              <a:tabLst>
                <a:tab pos="241300" algn="l"/>
                <a:tab pos="742315" algn="l"/>
                <a:tab pos="1646555" algn="l"/>
                <a:tab pos="3425190" algn="l"/>
                <a:tab pos="4892675" algn="l"/>
                <a:tab pos="5552440" algn="l"/>
                <a:tab pos="6735445" algn="l"/>
                <a:tab pos="8396605" algn="l"/>
                <a:tab pos="9284335" algn="l"/>
                <a:tab pos="9799320" algn="l"/>
              </a:tabLst>
            </a:pPr>
            <a:r>
              <a:rPr sz="3200" spc="-25" dirty="0">
                <a:solidFill>
                  <a:srgbClr val="FFFFFF"/>
                </a:solidFill>
                <a:latin typeface="Calibri"/>
                <a:cs typeface="Calibri"/>
              </a:rPr>
              <a:t>It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3200" spc="-25" dirty="0">
                <a:solidFill>
                  <a:srgbClr val="FFFFFF"/>
                </a:solidFill>
                <a:latin typeface="Calibri"/>
                <a:cs typeface="Calibri"/>
              </a:rPr>
              <a:t>was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3200" spc="-10" dirty="0">
                <a:solidFill>
                  <a:srgbClr val="FFFFFF"/>
                </a:solidFill>
                <a:latin typeface="Calibri"/>
                <a:cs typeface="Calibri"/>
              </a:rPr>
              <a:t>originally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3200" spc="-10" dirty="0">
                <a:solidFill>
                  <a:srgbClr val="FFFFFF"/>
                </a:solidFill>
                <a:latin typeface="Calibri"/>
                <a:cs typeface="Calibri"/>
              </a:rPr>
              <a:t>written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3200" spc="-25" dirty="0">
                <a:solidFill>
                  <a:srgbClr val="FFFFFF"/>
                </a:solidFill>
                <a:latin typeface="Calibri"/>
                <a:cs typeface="Calibri"/>
              </a:rPr>
              <a:t>by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3200" spc="-10" dirty="0">
                <a:solidFill>
                  <a:srgbClr val="FFFF00"/>
                </a:solidFill>
                <a:latin typeface="Calibri"/>
                <a:cs typeface="Calibri"/>
              </a:rPr>
              <a:t>Leslie</a:t>
            </a:r>
            <a:r>
              <a:rPr sz="3200" dirty="0">
                <a:solidFill>
                  <a:srgbClr val="FFFF00"/>
                </a:solidFill>
                <a:latin typeface="Calibri"/>
                <a:cs typeface="Calibri"/>
              </a:rPr>
              <a:t>	</a:t>
            </a:r>
            <a:r>
              <a:rPr sz="3200" spc="-10" dirty="0">
                <a:solidFill>
                  <a:srgbClr val="FFFF00"/>
                </a:solidFill>
                <a:latin typeface="Calibri"/>
                <a:cs typeface="Calibri"/>
              </a:rPr>
              <a:t>Lamport</a:t>
            </a:r>
            <a:r>
              <a:rPr sz="3200" dirty="0">
                <a:solidFill>
                  <a:srgbClr val="FFFF00"/>
                </a:solidFill>
                <a:latin typeface="Calibri"/>
                <a:cs typeface="Calibri"/>
              </a:rPr>
              <a:t>	</a:t>
            </a:r>
            <a:r>
              <a:rPr sz="3200" spc="-25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3200" spc="-25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3200" spc="-10" dirty="0">
                <a:solidFill>
                  <a:srgbClr val="FFFFFF"/>
                </a:solidFill>
                <a:latin typeface="Calibri"/>
                <a:cs typeface="Calibri"/>
              </a:rPr>
              <a:t>based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r>
              <a:rPr sz="32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32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spc="-70" dirty="0">
                <a:solidFill>
                  <a:srgbClr val="FFC000"/>
                </a:solidFill>
                <a:latin typeface="Calibri"/>
                <a:cs typeface="Calibri"/>
              </a:rPr>
              <a:t>TeX </a:t>
            </a:r>
            <a:r>
              <a:rPr sz="3200" spc="-10" dirty="0">
                <a:solidFill>
                  <a:srgbClr val="FFFFFF"/>
                </a:solidFill>
                <a:latin typeface="Calibri"/>
                <a:cs typeface="Calibri"/>
              </a:rPr>
              <a:t>typesetting</a:t>
            </a:r>
            <a:r>
              <a:rPr sz="32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engine</a:t>
            </a:r>
            <a:r>
              <a:rPr sz="32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by</a:t>
            </a:r>
            <a:r>
              <a:rPr sz="32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FF00"/>
                </a:solidFill>
                <a:latin typeface="Calibri"/>
                <a:cs typeface="Calibri"/>
              </a:rPr>
              <a:t>Donald</a:t>
            </a:r>
            <a:r>
              <a:rPr sz="3200" spc="-5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FFFF00"/>
                </a:solidFill>
                <a:latin typeface="Calibri"/>
                <a:cs typeface="Calibri"/>
              </a:rPr>
              <a:t>Knuth</a:t>
            </a:r>
            <a:r>
              <a:rPr sz="3200" spc="-10" dirty="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64460">
              <a:lnSpc>
                <a:spcPct val="100000"/>
              </a:lnSpc>
              <a:spcBef>
                <a:spcPts val="100"/>
              </a:spcBef>
            </a:pPr>
            <a:r>
              <a:rPr spc="-50" dirty="0"/>
              <a:t>LaTeX</a:t>
            </a:r>
            <a:r>
              <a:rPr spc="-114" dirty="0"/>
              <a:t> </a:t>
            </a:r>
            <a:r>
              <a:rPr spc="-10" dirty="0"/>
              <a:t>Introduction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7788" y="925550"/>
            <a:ext cx="10798175" cy="4452620"/>
          </a:xfrm>
          <a:prstGeom prst="rect">
            <a:avLst/>
          </a:prstGeom>
        </p:spPr>
        <p:txBody>
          <a:bodyPr vert="horz" wrap="square" lIns="0" tIns="192405" rIns="0" bIns="0" rtlCol="0">
            <a:spAutoFit/>
          </a:bodyPr>
          <a:lstStyle/>
          <a:p>
            <a:pPr marL="241300" indent="-228600" algn="just">
              <a:lnSpc>
                <a:spcPct val="100000"/>
              </a:lnSpc>
              <a:spcBef>
                <a:spcPts val="1515"/>
              </a:spcBef>
              <a:buSzPct val="79687"/>
              <a:buFont typeface="Arial MT"/>
              <a:buChar char="•"/>
              <a:tabLst>
                <a:tab pos="241300" algn="l"/>
              </a:tabLst>
            </a:pP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It</a:t>
            </a:r>
            <a:r>
              <a:rPr sz="32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32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Calibri"/>
                <a:cs typeface="Calibri"/>
              </a:rPr>
              <a:t>well-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suited</a:t>
            </a:r>
            <a:r>
              <a:rPr sz="32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32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92D050"/>
                </a:solidFill>
                <a:latin typeface="Calibri"/>
                <a:cs typeface="Calibri"/>
              </a:rPr>
              <a:t>scientific</a:t>
            </a:r>
            <a:r>
              <a:rPr sz="3200" spc="-55" dirty="0">
                <a:solidFill>
                  <a:srgbClr val="92D050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92D050"/>
                </a:solidFill>
                <a:latin typeface="Calibri"/>
                <a:cs typeface="Calibri"/>
              </a:rPr>
              <a:t>and</a:t>
            </a:r>
            <a:r>
              <a:rPr sz="3200" spc="-55" dirty="0">
                <a:solidFill>
                  <a:srgbClr val="92D050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92D050"/>
                </a:solidFill>
                <a:latin typeface="Calibri"/>
                <a:cs typeface="Calibri"/>
              </a:rPr>
              <a:t>technical</a:t>
            </a:r>
            <a:r>
              <a:rPr sz="3200" spc="-55" dirty="0">
                <a:solidFill>
                  <a:srgbClr val="92D050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Calibri"/>
                <a:cs typeface="Calibri"/>
              </a:rPr>
              <a:t>documents.</a:t>
            </a:r>
            <a:endParaRPr sz="3200">
              <a:latin typeface="Calibri"/>
              <a:cs typeface="Calibri"/>
            </a:endParaRPr>
          </a:p>
          <a:p>
            <a:pPr marL="241300" indent="-228600" algn="just">
              <a:lnSpc>
                <a:spcPct val="100000"/>
              </a:lnSpc>
              <a:spcBef>
                <a:spcPts val="1420"/>
              </a:spcBef>
              <a:buSzPct val="79687"/>
              <a:buFont typeface="Arial MT"/>
              <a:buChar char="•"/>
              <a:tabLst>
                <a:tab pos="241300" algn="l"/>
              </a:tabLst>
            </a:pP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Its</a:t>
            </a:r>
            <a:r>
              <a:rPr sz="32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superior</a:t>
            </a:r>
            <a:r>
              <a:rPr sz="32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32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typesetting</a:t>
            </a:r>
            <a:r>
              <a:rPr sz="32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32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00AFEF"/>
                </a:solidFill>
                <a:latin typeface="Calibri"/>
                <a:cs typeface="Calibri"/>
              </a:rPr>
              <a:t>mathematical</a:t>
            </a:r>
            <a:r>
              <a:rPr sz="3200" spc="-6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00AFEF"/>
                </a:solidFill>
                <a:latin typeface="Calibri"/>
                <a:cs typeface="Calibri"/>
              </a:rPr>
              <a:t>formulas</a:t>
            </a:r>
            <a:r>
              <a:rPr sz="3200" spc="-10" dirty="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endParaRPr sz="3200">
              <a:latin typeface="Calibri"/>
              <a:cs typeface="Calibri"/>
            </a:endParaRPr>
          </a:p>
          <a:p>
            <a:pPr marL="241300" marR="5715" indent="-228600" algn="just">
              <a:lnSpc>
                <a:spcPts val="3460"/>
              </a:lnSpc>
              <a:spcBef>
                <a:spcPts val="1850"/>
              </a:spcBef>
              <a:buSzPct val="79687"/>
              <a:buFont typeface="Arial MT"/>
              <a:buChar char="•"/>
              <a:tabLst>
                <a:tab pos="241300" algn="l"/>
              </a:tabLst>
            </a:pP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It</a:t>
            </a:r>
            <a:r>
              <a:rPr sz="3200" spc="114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produces</a:t>
            </a:r>
            <a:r>
              <a:rPr sz="3200" spc="9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very</a:t>
            </a:r>
            <a:r>
              <a:rPr sz="3200" spc="10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00AFEF"/>
                </a:solidFill>
                <a:latin typeface="Calibri"/>
                <a:cs typeface="Calibri"/>
              </a:rPr>
              <a:t>high</a:t>
            </a:r>
            <a:r>
              <a:rPr sz="3200" spc="12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00AFEF"/>
                </a:solidFill>
                <a:latin typeface="Calibri"/>
                <a:cs typeface="Calibri"/>
              </a:rPr>
              <a:t>quality</a:t>
            </a:r>
            <a:r>
              <a:rPr sz="3200" spc="9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00AFEF"/>
                </a:solidFill>
                <a:latin typeface="Calibri"/>
                <a:cs typeface="Calibri"/>
              </a:rPr>
              <a:t>output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,</a:t>
            </a:r>
            <a:r>
              <a:rPr sz="3200" spc="114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it</a:t>
            </a:r>
            <a:r>
              <a:rPr sz="3200" spc="114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3200" spc="9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92D050"/>
                </a:solidFill>
                <a:latin typeface="Calibri"/>
                <a:cs typeface="Calibri"/>
              </a:rPr>
              <a:t>extremely</a:t>
            </a:r>
            <a:r>
              <a:rPr sz="3200" spc="100" dirty="0">
                <a:solidFill>
                  <a:srgbClr val="92D050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92D050"/>
                </a:solidFill>
                <a:latin typeface="Calibri"/>
                <a:cs typeface="Calibri"/>
              </a:rPr>
              <a:t>stable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,</a:t>
            </a:r>
            <a:r>
              <a:rPr sz="3200" spc="10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spc="-25" dirty="0">
                <a:solidFill>
                  <a:srgbClr val="FFFFFF"/>
                </a:solidFill>
                <a:latin typeface="Calibri"/>
                <a:cs typeface="Calibri"/>
              </a:rPr>
              <a:t>and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handles</a:t>
            </a:r>
            <a:r>
              <a:rPr sz="3200" spc="4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7BAAE"/>
                </a:solidFill>
                <a:latin typeface="Calibri"/>
                <a:cs typeface="Calibri"/>
              </a:rPr>
              <a:t>complex</a:t>
            </a:r>
            <a:r>
              <a:rPr sz="3200" spc="409" dirty="0">
                <a:solidFill>
                  <a:srgbClr val="F7BAAE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7BAAE"/>
                </a:solidFill>
                <a:latin typeface="Calibri"/>
                <a:cs typeface="Calibri"/>
              </a:rPr>
              <a:t>documents</a:t>
            </a:r>
            <a:r>
              <a:rPr sz="3200" spc="409" dirty="0">
                <a:solidFill>
                  <a:srgbClr val="F7BAAE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easily</a:t>
            </a:r>
            <a:r>
              <a:rPr sz="3200" spc="4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no</a:t>
            </a:r>
            <a:r>
              <a:rPr sz="3200" spc="4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matter</a:t>
            </a:r>
            <a:r>
              <a:rPr sz="3200" spc="4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how</a:t>
            </a:r>
            <a:r>
              <a:rPr sz="3200" spc="4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large</a:t>
            </a:r>
            <a:r>
              <a:rPr sz="3200" spc="4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spc="-20" dirty="0">
                <a:solidFill>
                  <a:srgbClr val="FFFFFF"/>
                </a:solidFill>
                <a:latin typeface="Calibri"/>
                <a:cs typeface="Calibri"/>
              </a:rPr>
              <a:t>they are.</a:t>
            </a:r>
            <a:endParaRPr sz="3200">
              <a:latin typeface="Calibri"/>
              <a:cs typeface="Calibri"/>
            </a:endParaRPr>
          </a:p>
          <a:p>
            <a:pPr marL="241300" marR="5080" indent="-228600" algn="just">
              <a:lnSpc>
                <a:spcPts val="3460"/>
              </a:lnSpc>
              <a:spcBef>
                <a:spcPts val="1789"/>
              </a:spcBef>
              <a:buSzPct val="79687"/>
              <a:buFont typeface="Arial MT"/>
              <a:buChar char="•"/>
              <a:tabLst>
                <a:tab pos="241300" algn="l"/>
              </a:tabLst>
            </a:pP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Its</a:t>
            </a:r>
            <a:r>
              <a:rPr sz="3200" spc="2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spc="-20" dirty="0">
                <a:solidFill>
                  <a:srgbClr val="00AFEF"/>
                </a:solidFill>
                <a:latin typeface="Calibri"/>
                <a:cs typeface="Calibri"/>
              </a:rPr>
              <a:t>cross-</a:t>
            </a:r>
            <a:r>
              <a:rPr sz="3200" dirty="0">
                <a:solidFill>
                  <a:srgbClr val="00AFEF"/>
                </a:solidFill>
                <a:latin typeface="Calibri"/>
                <a:cs typeface="Calibri"/>
              </a:rPr>
              <a:t>referencing</a:t>
            </a:r>
            <a:r>
              <a:rPr sz="3200" spc="27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00AFEF"/>
                </a:solidFill>
                <a:latin typeface="Calibri"/>
                <a:cs typeface="Calibri"/>
              </a:rPr>
              <a:t>capabilities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,</a:t>
            </a:r>
            <a:r>
              <a:rPr sz="3200" spc="2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its</a:t>
            </a:r>
            <a:r>
              <a:rPr sz="3200" spc="2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92D050"/>
                </a:solidFill>
                <a:latin typeface="Calibri"/>
                <a:cs typeface="Calibri"/>
              </a:rPr>
              <a:t>automatic</a:t>
            </a:r>
            <a:r>
              <a:rPr sz="3200" spc="280" dirty="0">
                <a:solidFill>
                  <a:srgbClr val="92D050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92D050"/>
                </a:solidFill>
                <a:latin typeface="Calibri"/>
                <a:cs typeface="Calibri"/>
              </a:rPr>
              <a:t>numbering</a:t>
            </a:r>
            <a:r>
              <a:rPr sz="3200" spc="295" dirty="0">
                <a:solidFill>
                  <a:srgbClr val="92D050"/>
                </a:solidFill>
                <a:latin typeface="Calibri"/>
                <a:cs typeface="Calibri"/>
              </a:rPr>
              <a:t> </a:t>
            </a:r>
            <a:r>
              <a:rPr sz="3200" spc="-25" dirty="0">
                <a:solidFill>
                  <a:srgbClr val="FFFFFF"/>
                </a:solidFill>
                <a:latin typeface="Calibri"/>
                <a:cs typeface="Calibri"/>
              </a:rPr>
              <a:t>and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generation</a:t>
            </a:r>
            <a:r>
              <a:rPr sz="3200" spc="70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3200" spc="70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3200" dirty="0">
                <a:solidFill>
                  <a:srgbClr val="FFC000"/>
                </a:solidFill>
                <a:latin typeface="Calibri"/>
                <a:cs typeface="Calibri"/>
              </a:rPr>
              <a:t>lists</a:t>
            </a:r>
            <a:r>
              <a:rPr sz="3200" spc="70" dirty="0">
                <a:solidFill>
                  <a:srgbClr val="FFC000"/>
                </a:solidFill>
                <a:latin typeface="Calibri"/>
                <a:cs typeface="Calibri"/>
              </a:rPr>
              <a:t>  </a:t>
            </a:r>
            <a:r>
              <a:rPr sz="3200" dirty="0">
                <a:solidFill>
                  <a:srgbClr val="FFC000"/>
                </a:solidFill>
                <a:latin typeface="Calibri"/>
                <a:cs typeface="Calibri"/>
              </a:rPr>
              <a:t>of</a:t>
            </a:r>
            <a:r>
              <a:rPr sz="3200" spc="75" dirty="0">
                <a:solidFill>
                  <a:srgbClr val="FFC000"/>
                </a:solidFill>
                <a:latin typeface="Calibri"/>
                <a:cs typeface="Calibri"/>
              </a:rPr>
              <a:t>  </a:t>
            </a:r>
            <a:r>
              <a:rPr sz="3200" dirty="0">
                <a:solidFill>
                  <a:srgbClr val="FFC000"/>
                </a:solidFill>
                <a:latin typeface="Calibri"/>
                <a:cs typeface="Calibri"/>
              </a:rPr>
              <a:t>contents,</a:t>
            </a:r>
            <a:r>
              <a:rPr sz="3200" spc="80" dirty="0">
                <a:solidFill>
                  <a:srgbClr val="FFC000"/>
                </a:solidFill>
                <a:latin typeface="Calibri"/>
                <a:cs typeface="Calibri"/>
              </a:rPr>
              <a:t>  </a:t>
            </a:r>
            <a:r>
              <a:rPr sz="3200" dirty="0">
                <a:solidFill>
                  <a:srgbClr val="FFC000"/>
                </a:solidFill>
                <a:latin typeface="Calibri"/>
                <a:cs typeface="Calibri"/>
              </a:rPr>
              <a:t>figures</a:t>
            </a:r>
            <a:r>
              <a:rPr sz="3200" spc="70" dirty="0">
                <a:solidFill>
                  <a:srgbClr val="FFC000"/>
                </a:solidFill>
                <a:latin typeface="Calibri"/>
                <a:cs typeface="Calibri"/>
              </a:rPr>
              <a:t>  </a:t>
            </a:r>
            <a:r>
              <a:rPr sz="3200" dirty="0">
                <a:solidFill>
                  <a:srgbClr val="FFC000"/>
                </a:solidFill>
                <a:latin typeface="Calibri"/>
                <a:cs typeface="Calibri"/>
              </a:rPr>
              <a:t>and</a:t>
            </a:r>
            <a:r>
              <a:rPr sz="3200" spc="80" dirty="0">
                <a:solidFill>
                  <a:srgbClr val="FFC000"/>
                </a:solidFill>
                <a:latin typeface="Calibri"/>
                <a:cs typeface="Calibri"/>
              </a:rPr>
              <a:t>  </a:t>
            </a:r>
            <a:r>
              <a:rPr sz="3200" dirty="0">
                <a:solidFill>
                  <a:srgbClr val="FFC000"/>
                </a:solidFill>
                <a:latin typeface="Calibri"/>
                <a:cs typeface="Calibri"/>
              </a:rPr>
              <a:t>tables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,</a:t>
            </a:r>
            <a:r>
              <a:rPr sz="3200" spc="75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3200" spc="-10" dirty="0">
                <a:solidFill>
                  <a:srgbClr val="FFFF00"/>
                </a:solidFill>
                <a:latin typeface="Calibri"/>
                <a:cs typeface="Calibri"/>
              </a:rPr>
              <a:t>indexes</a:t>
            </a:r>
            <a:r>
              <a:rPr sz="3200" spc="-10" dirty="0">
                <a:solidFill>
                  <a:srgbClr val="FFFFFF"/>
                </a:solidFill>
                <a:latin typeface="Calibri"/>
                <a:cs typeface="Calibri"/>
              </a:rPr>
              <a:t>, </a:t>
            </a:r>
            <a:r>
              <a:rPr sz="3200" dirty="0">
                <a:solidFill>
                  <a:srgbClr val="F7BAAE"/>
                </a:solidFill>
                <a:latin typeface="Calibri"/>
                <a:cs typeface="Calibri"/>
              </a:rPr>
              <a:t>glossaries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,</a:t>
            </a:r>
            <a:r>
              <a:rPr sz="32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32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F7EAA6"/>
                </a:solidFill>
                <a:latin typeface="Calibri"/>
                <a:cs typeface="Calibri"/>
              </a:rPr>
              <a:t>bibliographies</a:t>
            </a:r>
            <a:r>
              <a:rPr sz="3200" spc="-10" dirty="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61970">
              <a:lnSpc>
                <a:spcPct val="100000"/>
              </a:lnSpc>
              <a:spcBef>
                <a:spcPts val="100"/>
              </a:spcBef>
            </a:pPr>
            <a:r>
              <a:rPr spc="-50" dirty="0"/>
              <a:t>LaTeX</a:t>
            </a:r>
            <a:r>
              <a:rPr spc="-114" dirty="0"/>
              <a:t> </a:t>
            </a:r>
            <a:r>
              <a:rPr spc="-10" dirty="0"/>
              <a:t>Benefits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7788" y="925550"/>
            <a:ext cx="10798175" cy="4909820"/>
          </a:xfrm>
          <a:prstGeom prst="rect">
            <a:avLst/>
          </a:prstGeom>
        </p:spPr>
        <p:txBody>
          <a:bodyPr vert="horz" wrap="square" lIns="0" tIns="192405" rIns="0" bIns="0" rtlCol="0">
            <a:spAutoFit/>
          </a:bodyPr>
          <a:lstStyle/>
          <a:p>
            <a:pPr marL="241300" indent="-228600" algn="just">
              <a:lnSpc>
                <a:spcPct val="100000"/>
              </a:lnSpc>
              <a:spcBef>
                <a:spcPts val="1515"/>
              </a:spcBef>
              <a:buSzPct val="79687"/>
              <a:buFont typeface="Arial MT"/>
              <a:buChar char="•"/>
              <a:tabLst>
                <a:tab pos="241300" algn="l"/>
              </a:tabLst>
            </a:pP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It</a:t>
            </a:r>
            <a:r>
              <a:rPr sz="32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32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7EAA6"/>
                </a:solidFill>
                <a:latin typeface="Calibri"/>
                <a:cs typeface="Calibri"/>
              </a:rPr>
              <a:t>multilingual</a:t>
            </a:r>
            <a:r>
              <a:rPr sz="3200" spc="-10" dirty="0">
                <a:solidFill>
                  <a:srgbClr val="F7EAA6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sz="32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spc="-20" dirty="0">
                <a:solidFill>
                  <a:srgbClr val="FFFFFF"/>
                </a:solidFill>
                <a:latin typeface="Calibri"/>
                <a:cs typeface="Calibri"/>
              </a:rPr>
              <a:t>language-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specific</a:t>
            </a:r>
            <a:r>
              <a:rPr sz="32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Calibri"/>
                <a:cs typeface="Calibri"/>
              </a:rPr>
              <a:t>features.</a:t>
            </a:r>
            <a:endParaRPr sz="3200">
              <a:latin typeface="Calibri"/>
              <a:cs typeface="Calibri"/>
            </a:endParaRPr>
          </a:p>
          <a:p>
            <a:pPr marL="241300" indent="-228600" algn="just">
              <a:lnSpc>
                <a:spcPct val="100000"/>
              </a:lnSpc>
              <a:spcBef>
                <a:spcPts val="1420"/>
              </a:spcBef>
              <a:buSzPct val="79687"/>
              <a:buFont typeface="Arial MT"/>
              <a:buChar char="•"/>
              <a:tabLst>
                <a:tab pos="241300" algn="l"/>
              </a:tabLst>
            </a:pP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Produces</a:t>
            </a:r>
            <a:r>
              <a:rPr sz="3200" spc="-10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3200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output</a:t>
            </a:r>
            <a:r>
              <a:rPr sz="32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32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92D050"/>
                </a:solidFill>
                <a:latin typeface="Calibri"/>
                <a:cs typeface="Calibri"/>
              </a:rPr>
              <a:t>PostScript,</a:t>
            </a:r>
            <a:r>
              <a:rPr sz="3200" spc="-75" dirty="0">
                <a:solidFill>
                  <a:srgbClr val="92D050"/>
                </a:solidFill>
                <a:latin typeface="Calibri"/>
                <a:cs typeface="Calibri"/>
              </a:rPr>
              <a:t> </a:t>
            </a:r>
            <a:r>
              <a:rPr sz="3200" spc="-60" dirty="0">
                <a:solidFill>
                  <a:srgbClr val="92D050"/>
                </a:solidFill>
                <a:latin typeface="Calibri"/>
                <a:cs typeface="Calibri"/>
              </a:rPr>
              <a:t>PDF,</a:t>
            </a:r>
            <a:r>
              <a:rPr sz="3200" spc="-75" dirty="0">
                <a:solidFill>
                  <a:srgbClr val="92D050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92D050"/>
                </a:solidFill>
                <a:latin typeface="Calibri"/>
                <a:cs typeface="Calibri"/>
              </a:rPr>
              <a:t>DVI,</a:t>
            </a:r>
            <a:r>
              <a:rPr sz="3200" spc="-70" dirty="0">
                <a:solidFill>
                  <a:srgbClr val="92D050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92D050"/>
                </a:solidFill>
                <a:latin typeface="Calibri"/>
                <a:cs typeface="Calibri"/>
              </a:rPr>
              <a:t>and</a:t>
            </a:r>
            <a:r>
              <a:rPr sz="3200" spc="-65" dirty="0">
                <a:solidFill>
                  <a:srgbClr val="92D050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92D050"/>
                </a:solidFill>
                <a:latin typeface="Calibri"/>
                <a:cs typeface="Calibri"/>
              </a:rPr>
              <a:t>HTML</a:t>
            </a:r>
            <a:r>
              <a:rPr sz="3200" spc="-75" dirty="0">
                <a:solidFill>
                  <a:srgbClr val="92D050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Calibri"/>
                <a:cs typeface="Calibri"/>
              </a:rPr>
              <a:t>format.</a:t>
            </a:r>
            <a:endParaRPr sz="3200">
              <a:latin typeface="Calibri"/>
              <a:cs typeface="Calibri"/>
            </a:endParaRPr>
          </a:p>
          <a:p>
            <a:pPr marL="241300" marR="5080" indent="-228600" algn="just">
              <a:lnSpc>
                <a:spcPts val="3460"/>
              </a:lnSpc>
              <a:spcBef>
                <a:spcPts val="1850"/>
              </a:spcBef>
              <a:buSzPct val="79687"/>
              <a:buFont typeface="Arial MT"/>
              <a:buChar char="•"/>
              <a:tabLst>
                <a:tab pos="241300" algn="l"/>
              </a:tabLst>
            </a:pP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It</a:t>
            </a:r>
            <a:r>
              <a:rPr sz="3200" spc="465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3200" spc="459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incredibly</a:t>
            </a:r>
            <a:r>
              <a:rPr sz="3200" spc="465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3200" spc="-20" dirty="0">
                <a:solidFill>
                  <a:srgbClr val="FFFF00"/>
                </a:solidFill>
                <a:latin typeface="Calibri"/>
                <a:cs typeface="Calibri"/>
              </a:rPr>
              <a:t>flexible</a:t>
            </a:r>
            <a:r>
              <a:rPr sz="3200" spc="-20" dirty="0">
                <a:solidFill>
                  <a:srgbClr val="FFFFFF"/>
                </a:solidFill>
                <a:latin typeface="Calibri"/>
                <a:cs typeface="Calibri"/>
              </a:rPr>
              <a:t>—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there</a:t>
            </a:r>
            <a:r>
              <a:rPr sz="3200" spc="450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are</a:t>
            </a:r>
            <a:r>
              <a:rPr sz="3200" spc="459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3200" dirty="0">
                <a:solidFill>
                  <a:srgbClr val="FFC000"/>
                </a:solidFill>
                <a:latin typeface="Calibri"/>
                <a:cs typeface="Calibri"/>
              </a:rPr>
              <a:t>templates</a:t>
            </a:r>
            <a:r>
              <a:rPr sz="3200" spc="459" dirty="0">
                <a:solidFill>
                  <a:srgbClr val="FFC000"/>
                </a:solidFill>
                <a:latin typeface="Calibri"/>
                <a:cs typeface="Calibri"/>
              </a:rPr>
              <a:t> 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3200" spc="465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3200" spc="-10" dirty="0">
                <a:solidFill>
                  <a:srgbClr val="FFFFFF"/>
                </a:solidFill>
                <a:latin typeface="Calibri"/>
                <a:cs typeface="Calibri"/>
              </a:rPr>
              <a:t>letters,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presentations,</a:t>
            </a:r>
            <a:r>
              <a:rPr sz="3200" spc="2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bills,</a:t>
            </a:r>
            <a:r>
              <a:rPr sz="3200" spc="2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philosophy</a:t>
            </a:r>
            <a:r>
              <a:rPr sz="3200" spc="2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books,</a:t>
            </a:r>
            <a:r>
              <a:rPr sz="3200" spc="2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law</a:t>
            </a:r>
            <a:r>
              <a:rPr sz="3200" spc="2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texts,</a:t>
            </a:r>
            <a:r>
              <a:rPr sz="3200" spc="2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music</a:t>
            </a:r>
            <a:r>
              <a:rPr sz="3200" spc="2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Calibri"/>
                <a:cs typeface="Calibri"/>
              </a:rPr>
              <a:t>scores,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32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even</a:t>
            </a:r>
            <a:r>
              <a:rPr sz="32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32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chess</a:t>
            </a:r>
            <a:r>
              <a:rPr sz="32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game</a:t>
            </a:r>
            <a:r>
              <a:rPr sz="32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Calibri"/>
                <a:cs typeface="Calibri"/>
              </a:rPr>
              <a:t>notations.</a:t>
            </a:r>
            <a:endParaRPr sz="32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1360"/>
              </a:spcBef>
              <a:buSzPct val="79687"/>
              <a:buFont typeface="Arial MT"/>
              <a:buChar char="•"/>
              <a:tabLst>
                <a:tab pos="241300" algn="l"/>
              </a:tabLst>
            </a:pP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It</a:t>
            </a:r>
            <a:r>
              <a:rPr sz="32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32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available</a:t>
            </a:r>
            <a:r>
              <a:rPr sz="32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32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7BAAE"/>
                </a:solidFill>
                <a:latin typeface="Calibri"/>
                <a:cs typeface="Calibri"/>
              </a:rPr>
              <a:t>Windows,</a:t>
            </a:r>
            <a:r>
              <a:rPr sz="3200" spc="-65" dirty="0">
                <a:solidFill>
                  <a:srgbClr val="F7BAAE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7BAAE"/>
                </a:solidFill>
                <a:latin typeface="Calibri"/>
                <a:cs typeface="Calibri"/>
              </a:rPr>
              <a:t>Linux,</a:t>
            </a:r>
            <a:r>
              <a:rPr sz="3200" spc="-45" dirty="0">
                <a:solidFill>
                  <a:srgbClr val="F7BAAE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7BAAE"/>
                </a:solidFill>
                <a:latin typeface="Calibri"/>
                <a:cs typeface="Calibri"/>
              </a:rPr>
              <a:t>Mac</a:t>
            </a:r>
            <a:r>
              <a:rPr sz="3200" spc="-70" dirty="0">
                <a:solidFill>
                  <a:srgbClr val="F7BAAE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7BAAE"/>
                </a:solidFill>
                <a:latin typeface="Calibri"/>
                <a:cs typeface="Calibri"/>
              </a:rPr>
              <a:t>OS</a:t>
            </a:r>
            <a:r>
              <a:rPr sz="3200" spc="-55" dirty="0">
                <a:solidFill>
                  <a:srgbClr val="F7BAAE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7BAAE"/>
                </a:solidFill>
                <a:latin typeface="Calibri"/>
                <a:cs typeface="Calibri"/>
              </a:rPr>
              <a:t>X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,</a:t>
            </a:r>
            <a:r>
              <a:rPr sz="32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32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Calibri"/>
                <a:cs typeface="Calibri"/>
              </a:rPr>
              <a:t>others</a:t>
            </a:r>
            <a:endParaRPr sz="32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1415"/>
              </a:spcBef>
              <a:buSzPct val="79687"/>
              <a:buFont typeface="Arial MT"/>
              <a:buChar char="•"/>
              <a:tabLst>
                <a:tab pos="241300" algn="l"/>
              </a:tabLst>
            </a:pP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Its</a:t>
            </a:r>
            <a:r>
              <a:rPr sz="32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file</a:t>
            </a:r>
            <a:r>
              <a:rPr sz="32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format</a:t>
            </a:r>
            <a:r>
              <a:rPr sz="32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32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00AFEF"/>
                </a:solidFill>
                <a:latin typeface="Calibri"/>
                <a:cs typeface="Calibri"/>
              </a:rPr>
              <a:t>plain</a:t>
            </a:r>
            <a:r>
              <a:rPr sz="3200" spc="-4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00AFEF"/>
                </a:solidFill>
                <a:latin typeface="Calibri"/>
                <a:cs typeface="Calibri"/>
              </a:rPr>
              <a:t>text</a:t>
            </a:r>
            <a:r>
              <a:rPr sz="3200" spc="-7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sz="32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readable</a:t>
            </a:r>
            <a:r>
              <a:rPr sz="32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32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Calibri"/>
                <a:cs typeface="Calibri"/>
              </a:rPr>
              <a:t>editable.</a:t>
            </a:r>
            <a:endParaRPr sz="32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1415"/>
              </a:spcBef>
              <a:buSzPct val="79687"/>
              <a:buFont typeface="Arial MT"/>
              <a:buChar char="•"/>
              <a:tabLst>
                <a:tab pos="241300" algn="l"/>
              </a:tabLst>
            </a:pP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It</a:t>
            </a:r>
            <a:r>
              <a:rPr sz="32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will</a:t>
            </a:r>
            <a:r>
              <a:rPr sz="32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3DF79"/>
                </a:solidFill>
                <a:latin typeface="Calibri"/>
                <a:cs typeface="Calibri"/>
              </a:rPr>
              <a:t>produce</a:t>
            </a:r>
            <a:r>
              <a:rPr sz="3200" spc="-65" dirty="0">
                <a:solidFill>
                  <a:srgbClr val="F3DF79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3DF79"/>
                </a:solidFill>
                <a:latin typeface="Calibri"/>
                <a:cs typeface="Calibri"/>
              </a:rPr>
              <a:t>the</a:t>
            </a:r>
            <a:r>
              <a:rPr sz="3200" spc="-55" dirty="0">
                <a:solidFill>
                  <a:srgbClr val="F3DF79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3DF79"/>
                </a:solidFill>
                <a:latin typeface="Calibri"/>
                <a:cs typeface="Calibri"/>
              </a:rPr>
              <a:t>same</a:t>
            </a:r>
            <a:r>
              <a:rPr sz="3200" spc="-40" dirty="0">
                <a:solidFill>
                  <a:srgbClr val="F3DF79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3DF79"/>
                </a:solidFill>
                <a:latin typeface="Calibri"/>
                <a:cs typeface="Calibri"/>
              </a:rPr>
              <a:t>output</a:t>
            </a:r>
            <a:r>
              <a:rPr sz="3200" spc="-30" dirty="0">
                <a:solidFill>
                  <a:srgbClr val="F3DF79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r>
              <a:rPr sz="32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32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operating</a:t>
            </a:r>
            <a:r>
              <a:rPr sz="32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Calibri"/>
                <a:cs typeface="Calibri"/>
              </a:rPr>
              <a:t>systems.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61970">
              <a:lnSpc>
                <a:spcPct val="100000"/>
              </a:lnSpc>
              <a:spcBef>
                <a:spcPts val="100"/>
              </a:spcBef>
            </a:pPr>
            <a:r>
              <a:rPr spc="-50" dirty="0"/>
              <a:t>LaTeX</a:t>
            </a:r>
            <a:r>
              <a:rPr spc="-114" dirty="0"/>
              <a:t> </a:t>
            </a:r>
            <a:r>
              <a:rPr spc="-10" dirty="0"/>
              <a:t>Benefits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7788" y="925550"/>
            <a:ext cx="2412365" cy="5367020"/>
          </a:xfrm>
          <a:prstGeom prst="rect">
            <a:avLst/>
          </a:prstGeom>
        </p:spPr>
        <p:txBody>
          <a:bodyPr vert="horz" wrap="square" lIns="0" tIns="19240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515"/>
              </a:spcBef>
              <a:buSzPct val="79687"/>
              <a:buFont typeface="Arial MT"/>
              <a:buChar char="•"/>
              <a:tabLst>
                <a:tab pos="241300" algn="l"/>
              </a:tabLst>
            </a:pPr>
            <a:r>
              <a:rPr sz="3200" spc="-10" dirty="0">
                <a:solidFill>
                  <a:srgbClr val="FFFF00"/>
                </a:solidFill>
                <a:latin typeface="Calibri"/>
                <a:cs typeface="Calibri"/>
              </a:rPr>
              <a:t>MikTex</a:t>
            </a:r>
            <a:endParaRPr sz="32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1420"/>
              </a:spcBef>
              <a:buSzPct val="79687"/>
              <a:buFont typeface="Arial MT"/>
              <a:buChar char="•"/>
              <a:tabLst>
                <a:tab pos="241300" algn="l"/>
              </a:tabLst>
            </a:pPr>
            <a:r>
              <a:rPr sz="3200" spc="-10" dirty="0">
                <a:solidFill>
                  <a:srgbClr val="FFFF00"/>
                </a:solidFill>
                <a:latin typeface="Calibri"/>
                <a:cs typeface="Calibri"/>
              </a:rPr>
              <a:t>TeXstudio</a:t>
            </a:r>
            <a:endParaRPr sz="3200" dirty="0">
              <a:solidFill>
                <a:srgbClr val="FFFF00"/>
              </a:solidFill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1420"/>
              </a:spcBef>
              <a:buSzPct val="79687"/>
              <a:buFont typeface="Arial MT"/>
              <a:buChar char="•"/>
              <a:tabLst>
                <a:tab pos="241300" algn="l"/>
              </a:tabLst>
            </a:pPr>
            <a:r>
              <a:rPr sz="3200" spc="-10" dirty="0">
                <a:solidFill>
                  <a:srgbClr val="FFFFFF"/>
                </a:solidFill>
                <a:latin typeface="Calibri"/>
                <a:cs typeface="Calibri"/>
              </a:rPr>
              <a:t>TexLive</a:t>
            </a:r>
            <a:endParaRPr sz="32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1415"/>
              </a:spcBef>
              <a:buSzPct val="79687"/>
              <a:buFont typeface="Arial MT"/>
              <a:buChar char="•"/>
              <a:tabLst>
                <a:tab pos="241300" algn="l"/>
              </a:tabLst>
            </a:pPr>
            <a:r>
              <a:rPr sz="3200" spc="-10" dirty="0">
                <a:solidFill>
                  <a:srgbClr val="FFFFFF"/>
                </a:solidFill>
                <a:latin typeface="Calibri"/>
                <a:cs typeface="Calibri"/>
              </a:rPr>
              <a:t>TeXworks</a:t>
            </a:r>
            <a:endParaRPr sz="32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1415"/>
              </a:spcBef>
              <a:buSzPct val="79687"/>
              <a:buFont typeface="Arial MT"/>
              <a:buChar char="•"/>
              <a:tabLst>
                <a:tab pos="241300" algn="l"/>
              </a:tabLst>
            </a:pPr>
            <a:r>
              <a:rPr sz="3200" spc="-10" dirty="0">
                <a:solidFill>
                  <a:srgbClr val="FFFFFF"/>
                </a:solidFill>
                <a:latin typeface="Calibri"/>
                <a:cs typeface="Calibri"/>
              </a:rPr>
              <a:t>TexMaker</a:t>
            </a:r>
            <a:endParaRPr sz="32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1420"/>
              </a:spcBef>
              <a:buSzPct val="79687"/>
              <a:buFont typeface="Arial MT"/>
              <a:buChar char="•"/>
              <a:tabLst>
                <a:tab pos="241300" algn="l"/>
              </a:tabLst>
            </a:pPr>
            <a:r>
              <a:rPr sz="3200" spc="-35" dirty="0">
                <a:solidFill>
                  <a:srgbClr val="FFFFFF"/>
                </a:solidFill>
                <a:latin typeface="Calibri"/>
                <a:cs typeface="Calibri"/>
              </a:rPr>
              <a:t>TeXnicCenter</a:t>
            </a:r>
            <a:endParaRPr sz="32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1415"/>
              </a:spcBef>
              <a:buSzPct val="79687"/>
              <a:buFont typeface="Arial MT"/>
              <a:buChar char="•"/>
              <a:tabLst>
                <a:tab pos="241300" algn="l"/>
              </a:tabLst>
            </a:pPr>
            <a:r>
              <a:rPr sz="3200" spc="-10" dirty="0">
                <a:solidFill>
                  <a:srgbClr val="FFFFFF"/>
                </a:solidFill>
                <a:latin typeface="Calibri"/>
                <a:cs typeface="Calibri"/>
              </a:rPr>
              <a:t>Gummi</a:t>
            </a:r>
            <a:endParaRPr sz="32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1415"/>
              </a:spcBef>
              <a:buSzPct val="79687"/>
              <a:buFont typeface="Arial MT"/>
              <a:buChar char="•"/>
              <a:tabLst>
                <a:tab pos="241300" algn="l"/>
              </a:tabLst>
            </a:pPr>
            <a:r>
              <a:rPr sz="3200" spc="-25" dirty="0">
                <a:solidFill>
                  <a:srgbClr val="FFFFFF"/>
                </a:solidFill>
                <a:latin typeface="Calibri"/>
                <a:cs typeface="Calibri"/>
              </a:rPr>
              <a:t>Lyx</a:t>
            </a:r>
            <a:endParaRPr sz="32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61565">
              <a:lnSpc>
                <a:spcPct val="100000"/>
              </a:lnSpc>
              <a:spcBef>
                <a:spcPts val="100"/>
              </a:spcBef>
            </a:pPr>
            <a:r>
              <a:rPr spc="-50" dirty="0"/>
              <a:t>LaTeX</a:t>
            </a:r>
            <a:r>
              <a:rPr spc="-130" dirty="0"/>
              <a:t> </a:t>
            </a:r>
            <a:r>
              <a:rPr spc="-10" dirty="0"/>
              <a:t>Editors</a:t>
            </a:r>
            <a:r>
              <a:rPr spc="-125" dirty="0"/>
              <a:t> </a:t>
            </a:r>
            <a:r>
              <a:rPr spc="-10" dirty="0"/>
              <a:t>(</a:t>
            </a:r>
            <a:r>
              <a:rPr spc="-10" dirty="0">
                <a:solidFill>
                  <a:srgbClr val="FFFF00"/>
                </a:solidFill>
              </a:rPr>
              <a:t>Offline</a:t>
            </a:r>
            <a:r>
              <a:rPr spc="-10" dirty="0"/>
              <a:t>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7788" y="925550"/>
            <a:ext cx="2062480" cy="5367020"/>
          </a:xfrm>
          <a:prstGeom prst="rect">
            <a:avLst/>
          </a:prstGeom>
        </p:spPr>
        <p:txBody>
          <a:bodyPr vert="horz" wrap="square" lIns="0" tIns="19240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515"/>
              </a:spcBef>
              <a:buSzPct val="79687"/>
              <a:buFont typeface="Arial MT"/>
              <a:buChar char="•"/>
              <a:tabLst>
                <a:tab pos="241300" algn="l"/>
              </a:tabLst>
            </a:pPr>
            <a:r>
              <a:rPr sz="3200" spc="-10" dirty="0">
                <a:solidFill>
                  <a:srgbClr val="FFFF00"/>
                </a:solidFill>
                <a:latin typeface="Calibri"/>
                <a:cs typeface="Calibri"/>
              </a:rPr>
              <a:t>Overleaf</a:t>
            </a:r>
            <a:endParaRPr sz="32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1420"/>
              </a:spcBef>
              <a:buSzPct val="79687"/>
              <a:buFont typeface="Arial MT"/>
              <a:buChar char="•"/>
              <a:tabLst>
                <a:tab pos="241300" algn="l"/>
              </a:tabLst>
            </a:pPr>
            <a:r>
              <a:rPr sz="3200" spc="-10" dirty="0">
                <a:solidFill>
                  <a:srgbClr val="FFFFFF"/>
                </a:solidFill>
                <a:latin typeface="Calibri"/>
                <a:cs typeface="Calibri"/>
              </a:rPr>
              <a:t>ShareLatex</a:t>
            </a:r>
            <a:endParaRPr sz="32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1420"/>
              </a:spcBef>
              <a:buSzPct val="79687"/>
              <a:buFont typeface="Arial MT"/>
              <a:buChar char="•"/>
              <a:tabLst>
                <a:tab pos="241300" algn="l"/>
              </a:tabLst>
            </a:pPr>
            <a:r>
              <a:rPr sz="3200" spc="-10" dirty="0">
                <a:solidFill>
                  <a:srgbClr val="FFFFFF"/>
                </a:solidFill>
                <a:latin typeface="Calibri"/>
                <a:cs typeface="Calibri"/>
              </a:rPr>
              <a:t>Papeeria</a:t>
            </a:r>
            <a:endParaRPr sz="32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1415"/>
              </a:spcBef>
              <a:buSzPct val="79687"/>
              <a:buFont typeface="Arial MT"/>
              <a:buChar char="•"/>
              <a:tabLst>
                <a:tab pos="241300" algn="l"/>
              </a:tabLst>
            </a:pPr>
            <a:r>
              <a:rPr sz="3200" spc="-10" dirty="0">
                <a:solidFill>
                  <a:srgbClr val="FFFFFF"/>
                </a:solidFill>
                <a:latin typeface="Calibri"/>
                <a:cs typeface="Calibri"/>
              </a:rPr>
              <a:t>CoCalc</a:t>
            </a:r>
            <a:endParaRPr sz="32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1415"/>
              </a:spcBef>
              <a:buSzPct val="79687"/>
              <a:buFont typeface="Arial MT"/>
              <a:buChar char="•"/>
              <a:tabLst>
                <a:tab pos="241300" algn="l"/>
              </a:tabLst>
            </a:pPr>
            <a:r>
              <a:rPr sz="3200" spc="-10" dirty="0">
                <a:solidFill>
                  <a:srgbClr val="FFFFFF"/>
                </a:solidFill>
                <a:latin typeface="Calibri"/>
                <a:cs typeface="Calibri"/>
              </a:rPr>
              <a:t>LatexBase</a:t>
            </a:r>
            <a:endParaRPr sz="32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1420"/>
              </a:spcBef>
              <a:buSzPct val="79687"/>
              <a:buFont typeface="Arial MT"/>
              <a:buChar char="•"/>
              <a:tabLst>
                <a:tab pos="241300" algn="l"/>
              </a:tabLst>
            </a:pPr>
            <a:r>
              <a:rPr sz="3200" spc="-10" dirty="0">
                <a:solidFill>
                  <a:srgbClr val="FFFFFF"/>
                </a:solidFill>
                <a:latin typeface="Calibri"/>
                <a:cs typeface="Calibri"/>
              </a:rPr>
              <a:t>LatexLab</a:t>
            </a:r>
            <a:endParaRPr sz="32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1415"/>
              </a:spcBef>
              <a:buSzPct val="79687"/>
              <a:buFont typeface="Arial MT"/>
              <a:buChar char="•"/>
              <a:tabLst>
                <a:tab pos="241300" algn="l"/>
              </a:tabLst>
            </a:pPr>
            <a:r>
              <a:rPr sz="3200" spc="-10" dirty="0">
                <a:solidFill>
                  <a:srgbClr val="FFFFFF"/>
                </a:solidFill>
                <a:latin typeface="Calibri"/>
                <a:cs typeface="Calibri"/>
              </a:rPr>
              <a:t>Sciweavers</a:t>
            </a:r>
            <a:endParaRPr sz="32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1415"/>
              </a:spcBef>
              <a:buSzPct val="79687"/>
              <a:buFont typeface="Arial MT"/>
              <a:buChar char="•"/>
              <a:tabLst>
                <a:tab pos="241300" algn="l"/>
              </a:tabLst>
            </a:pPr>
            <a:r>
              <a:rPr sz="3200" spc="-10" dirty="0">
                <a:solidFill>
                  <a:srgbClr val="FFFFFF"/>
                </a:solidFill>
                <a:latin typeface="Calibri"/>
                <a:cs typeface="Calibri"/>
              </a:rPr>
              <a:t>Authorea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78075">
              <a:lnSpc>
                <a:spcPct val="100000"/>
              </a:lnSpc>
              <a:spcBef>
                <a:spcPts val="100"/>
              </a:spcBef>
            </a:pPr>
            <a:r>
              <a:rPr spc="-50" dirty="0"/>
              <a:t>LaTeX</a:t>
            </a:r>
            <a:r>
              <a:rPr spc="-130" dirty="0"/>
              <a:t> </a:t>
            </a:r>
            <a:r>
              <a:rPr spc="-10" dirty="0"/>
              <a:t>Editors</a:t>
            </a:r>
            <a:r>
              <a:rPr spc="-125" dirty="0"/>
              <a:t> </a:t>
            </a:r>
            <a:r>
              <a:rPr spc="-10" dirty="0"/>
              <a:t>(</a:t>
            </a:r>
            <a:r>
              <a:rPr spc="-10" dirty="0">
                <a:solidFill>
                  <a:srgbClr val="FFFF00"/>
                </a:solidFill>
              </a:rPr>
              <a:t>Online</a:t>
            </a:r>
            <a:r>
              <a:rPr spc="-10" dirty="0"/>
              <a:t>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26388" y="1577651"/>
            <a:ext cx="6517640" cy="2952750"/>
          </a:xfrm>
          <a:prstGeom prst="rect">
            <a:avLst/>
          </a:prstGeom>
        </p:spPr>
        <p:txBody>
          <a:bodyPr vert="horz" wrap="square" lIns="0" tIns="256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20"/>
              </a:spcBef>
            </a:pPr>
            <a:r>
              <a:rPr sz="3200" dirty="0">
                <a:solidFill>
                  <a:srgbClr val="DCDCAA"/>
                </a:solidFill>
                <a:latin typeface="Consolas"/>
                <a:cs typeface="Consolas"/>
              </a:rPr>
              <a:t>\title</a:t>
            </a:r>
            <a:r>
              <a:rPr sz="3200" dirty="0">
                <a:solidFill>
                  <a:srgbClr val="D3D3D3"/>
                </a:solidFill>
                <a:latin typeface="Consolas"/>
                <a:cs typeface="Consolas"/>
              </a:rPr>
              <a:t>{Introduction</a:t>
            </a:r>
            <a:r>
              <a:rPr sz="3200" spc="-1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3200" dirty="0">
                <a:solidFill>
                  <a:srgbClr val="D3D3D3"/>
                </a:solidFill>
                <a:latin typeface="Consolas"/>
                <a:cs typeface="Consolas"/>
              </a:rPr>
              <a:t>to</a:t>
            </a:r>
            <a:r>
              <a:rPr sz="3200" spc="-1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3200" spc="-10" dirty="0">
                <a:solidFill>
                  <a:srgbClr val="D3D3D3"/>
                </a:solidFill>
                <a:latin typeface="Consolas"/>
                <a:cs typeface="Consolas"/>
              </a:rPr>
              <a:t>LaTeX}</a:t>
            </a:r>
            <a:endParaRPr sz="32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920"/>
              </a:spcBef>
            </a:pPr>
            <a:r>
              <a:rPr sz="3200" dirty="0">
                <a:solidFill>
                  <a:srgbClr val="DCDCAA"/>
                </a:solidFill>
                <a:latin typeface="Consolas"/>
                <a:cs typeface="Consolas"/>
              </a:rPr>
              <a:t>\</a:t>
            </a:r>
            <a:r>
              <a:rPr sz="3200" dirty="0" smtClean="0">
                <a:solidFill>
                  <a:srgbClr val="DCDCAA"/>
                </a:solidFill>
                <a:latin typeface="Consolas"/>
                <a:cs typeface="Consolas"/>
              </a:rPr>
              <a:t>author</a:t>
            </a:r>
            <a:r>
              <a:rPr sz="3200" dirty="0" smtClean="0">
                <a:solidFill>
                  <a:srgbClr val="D3D3D3"/>
                </a:solidFill>
                <a:latin typeface="Consolas"/>
                <a:cs typeface="Consolas"/>
              </a:rPr>
              <a:t>{</a:t>
            </a:r>
            <a:r>
              <a:rPr lang="en-US" sz="3200" dirty="0" smtClean="0">
                <a:solidFill>
                  <a:srgbClr val="D3D3D3"/>
                </a:solidFill>
                <a:latin typeface="Consolas"/>
                <a:cs typeface="Consolas"/>
              </a:rPr>
              <a:t>Kazi Saeed Alam</a:t>
            </a:r>
            <a:r>
              <a:rPr sz="3200" spc="-10" dirty="0" smtClean="0">
                <a:solidFill>
                  <a:srgbClr val="D3D3D3"/>
                </a:solidFill>
                <a:latin typeface="Consolas"/>
                <a:cs typeface="Consolas"/>
              </a:rPr>
              <a:t>}</a:t>
            </a:r>
            <a:endParaRPr sz="32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925"/>
              </a:spcBef>
            </a:pPr>
            <a:r>
              <a:rPr sz="3200" spc="-10" dirty="0">
                <a:solidFill>
                  <a:srgbClr val="DCDCAA"/>
                </a:solidFill>
                <a:latin typeface="Consolas"/>
                <a:cs typeface="Consolas"/>
              </a:rPr>
              <a:t>\begin</a:t>
            </a:r>
            <a:r>
              <a:rPr sz="3200" spc="-10" dirty="0">
                <a:solidFill>
                  <a:srgbClr val="D3D3D3"/>
                </a:solidFill>
                <a:latin typeface="Consolas"/>
                <a:cs typeface="Consolas"/>
              </a:rPr>
              <a:t>{</a:t>
            </a:r>
            <a:r>
              <a:rPr sz="3200" spc="-10" dirty="0">
                <a:solidFill>
                  <a:srgbClr val="9CDCFD"/>
                </a:solidFill>
                <a:latin typeface="Consolas"/>
                <a:cs typeface="Consolas"/>
              </a:rPr>
              <a:t>document</a:t>
            </a:r>
            <a:r>
              <a:rPr sz="3200" spc="-10" dirty="0">
                <a:solidFill>
                  <a:srgbClr val="D3D3D3"/>
                </a:solidFill>
                <a:latin typeface="Consolas"/>
                <a:cs typeface="Consolas"/>
              </a:rPr>
              <a:t>}</a:t>
            </a:r>
            <a:endParaRPr sz="32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920"/>
              </a:spcBef>
            </a:pPr>
            <a:r>
              <a:rPr sz="3200" spc="-10" dirty="0">
                <a:solidFill>
                  <a:srgbClr val="DCDCAA"/>
                </a:solidFill>
                <a:latin typeface="Consolas"/>
                <a:cs typeface="Consolas"/>
              </a:rPr>
              <a:t>\maketitle</a:t>
            </a:r>
            <a:endParaRPr sz="3200" dirty="0">
              <a:latin typeface="Consolas"/>
              <a:cs typeface="Consola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21816" y="4733137"/>
            <a:ext cx="6963409" cy="1489075"/>
          </a:xfrm>
          <a:prstGeom prst="rect">
            <a:avLst/>
          </a:prstGeom>
        </p:spPr>
        <p:txBody>
          <a:bodyPr vert="horz" wrap="square" lIns="0" tIns="256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20"/>
              </a:spcBef>
            </a:pPr>
            <a:r>
              <a:rPr sz="3200" dirty="0">
                <a:solidFill>
                  <a:srgbClr val="D3D3D3"/>
                </a:solidFill>
                <a:latin typeface="Consolas"/>
                <a:cs typeface="Consolas"/>
              </a:rPr>
              <a:t>This</a:t>
            </a:r>
            <a:r>
              <a:rPr sz="3200" spc="-6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3200" dirty="0">
                <a:solidFill>
                  <a:srgbClr val="D3D3D3"/>
                </a:solidFill>
                <a:latin typeface="Consolas"/>
                <a:cs typeface="Consolas"/>
              </a:rPr>
              <a:t>is</a:t>
            </a:r>
            <a:r>
              <a:rPr sz="3200" spc="-6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3200" dirty="0">
                <a:solidFill>
                  <a:srgbClr val="D3D3D3"/>
                </a:solidFill>
                <a:latin typeface="Consolas"/>
                <a:cs typeface="Consolas"/>
              </a:rPr>
              <a:t>my</a:t>
            </a:r>
            <a:r>
              <a:rPr sz="3200" spc="-6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3200" dirty="0">
                <a:solidFill>
                  <a:srgbClr val="D3D3D3"/>
                </a:solidFill>
                <a:latin typeface="Consolas"/>
                <a:cs typeface="Consolas"/>
              </a:rPr>
              <a:t>first</a:t>
            </a:r>
            <a:r>
              <a:rPr sz="3200" spc="-6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3200" dirty="0">
                <a:solidFill>
                  <a:srgbClr val="D3D3D3"/>
                </a:solidFill>
                <a:latin typeface="Consolas"/>
                <a:cs typeface="Consolas"/>
              </a:rPr>
              <a:t>LaTeX</a:t>
            </a:r>
            <a:r>
              <a:rPr sz="3200" spc="-6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3200" spc="-10" dirty="0">
                <a:solidFill>
                  <a:srgbClr val="D3D3D3"/>
                </a:solidFill>
                <a:latin typeface="Consolas"/>
                <a:cs typeface="Consolas"/>
              </a:rPr>
              <a:t>document</a:t>
            </a:r>
            <a:endParaRPr sz="3200">
              <a:latin typeface="Consolas"/>
              <a:cs typeface="Consolas"/>
            </a:endParaRPr>
          </a:p>
          <a:p>
            <a:pPr marL="17145">
              <a:lnSpc>
                <a:spcPct val="100000"/>
              </a:lnSpc>
              <a:spcBef>
                <a:spcPts val="1920"/>
              </a:spcBef>
            </a:pPr>
            <a:r>
              <a:rPr sz="3200" spc="-10" dirty="0">
                <a:solidFill>
                  <a:srgbClr val="DCDCAA"/>
                </a:solidFill>
                <a:latin typeface="Consolas"/>
                <a:cs typeface="Consolas"/>
              </a:rPr>
              <a:t>\end</a:t>
            </a:r>
            <a:r>
              <a:rPr sz="3200" spc="-10" dirty="0">
                <a:solidFill>
                  <a:srgbClr val="D3D3D3"/>
                </a:solidFill>
                <a:latin typeface="Consolas"/>
                <a:cs typeface="Consolas"/>
              </a:rPr>
              <a:t>{</a:t>
            </a:r>
            <a:r>
              <a:rPr sz="3200" spc="-10" dirty="0">
                <a:solidFill>
                  <a:srgbClr val="9CDCFD"/>
                </a:solidFill>
                <a:latin typeface="Consolas"/>
                <a:cs typeface="Consolas"/>
              </a:rPr>
              <a:t>document</a:t>
            </a:r>
            <a:r>
              <a:rPr sz="3200" spc="-10" dirty="0">
                <a:solidFill>
                  <a:srgbClr val="D3D3D3"/>
                </a:solidFill>
                <a:latin typeface="Consolas"/>
                <a:cs typeface="Consolas"/>
              </a:rPr>
              <a:t>}</a:t>
            </a:r>
            <a:endParaRPr sz="3200">
              <a:latin typeface="Consolas"/>
              <a:cs typeface="Consolas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839717" y="183007"/>
            <a:ext cx="45116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Creating</a:t>
            </a:r>
            <a:r>
              <a:rPr spc="-140" dirty="0"/>
              <a:t> </a:t>
            </a:r>
            <a:r>
              <a:rPr dirty="0"/>
              <a:t>First</a:t>
            </a:r>
            <a:r>
              <a:rPr spc="-145" dirty="0"/>
              <a:t> </a:t>
            </a:r>
            <a:r>
              <a:rPr spc="-10" dirty="0"/>
              <a:t>Document</a:t>
            </a:r>
          </a:p>
        </p:txBody>
      </p:sp>
      <p:sp>
        <p:nvSpPr>
          <p:cNvPr id="5" name="object 5"/>
          <p:cNvSpPr/>
          <p:nvPr/>
        </p:nvSpPr>
        <p:spPr>
          <a:xfrm>
            <a:off x="9744456" y="1146428"/>
            <a:ext cx="491490" cy="2074545"/>
          </a:xfrm>
          <a:custGeom>
            <a:avLst/>
            <a:gdLst/>
            <a:ahLst/>
            <a:cxnLst/>
            <a:rect l="l" t="t" r="r" b="b"/>
            <a:pathLst>
              <a:path w="491490" h="2074545">
                <a:moveTo>
                  <a:pt x="0" y="0"/>
                </a:moveTo>
                <a:lnTo>
                  <a:pt x="77690" y="2082"/>
                </a:lnTo>
                <a:lnTo>
                  <a:pt x="145151" y="7884"/>
                </a:lnTo>
                <a:lnTo>
                  <a:pt x="198342" y="16733"/>
                </a:lnTo>
                <a:lnTo>
                  <a:pt x="245745" y="40894"/>
                </a:lnTo>
                <a:lnTo>
                  <a:pt x="245745" y="996315"/>
                </a:lnTo>
                <a:lnTo>
                  <a:pt x="258268" y="1009248"/>
                </a:lnTo>
                <a:lnTo>
                  <a:pt x="293139" y="1020475"/>
                </a:lnTo>
                <a:lnTo>
                  <a:pt x="346310" y="1029324"/>
                </a:lnTo>
                <a:lnTo>
                  <a:pt x="413734" y="1035126"/>
                </a:lnTo>
                <a:lnTo>
                  <a:pt x="491363" y="1037209"/>
                </a:lnTo>
                <a:lnTo>
                  <a:pt x="413734" y="1039291"/>
                </a:lnTo>
                <a:lnTo>
                  <a:pt x="346310" y="1045093"/>
                </a:lnTo>
                <a:lnTo>
                  <a:pt x="293139" y="1053942"/>
                </a:lnTo>
                <a:lnTo>
                  <a:pt x="258268" y="1065169"/>
                </a:lnTo>
                <a:lnTo>
                  <a:pt x="245745" y="1078103"/>
                </a:lnTo>
                <a:lnTo>
                  <a:pt x="245745" y="2033524"/>
                </a:lnTo>
                <a:lnTo>
                  <a:pt x="233220" y="2046457"/>
                </a:lnTo>
                <a:lnTo>
                  <a:pt x="198342" y="2057684"/>
                </a:lnTo>
                <a:lnTo>
                  <a:pt x="145151" y="2066533"/>
                </a:lnTo>
                <a:lnTo>
                  <a:pt x="77690" y="2072335"/>
                </a:lnTo>
                <a:lnTo>
                  <a:pt x="0" y="2074418"/>
                </a:lnTo>
              </a:path>
            </a:pathLst>
          </a:custGeom>
          <a:ln w="38099">
            <a:solidFill>
              <a:srgbClr val="39AEB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452354" y="1965452"/>
            <a:ext cx="12363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FFFF00"/>
                </a:solidFill>
                <a:latin typeface="Calibri"/>
                <a:cs typeface="Calibri"/>
              </a:rPr>
              <a:t>Preamble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766565" y="885358"/>
            <a:ext cx="6469380" cy="184785"/>
          </a:xfrm>
          <a:custGeom>
            <a:avLst/>
            <a:gdLst/>
            <a:ahLst/>
            <a:cxnLst/>
            <a:rect l="l" t="t" r="r" b="b"/>
            <a:pathLst>
              <a:path w="6469380" h="184784">
                <a:moveTo>
                  <a:pt x="6360910" y="66001"/>
                </a:moveTo>
                <a:lnTo>
                  <a:pt x="0" y="146516"/>
                </a:lnTo>
                <a:lnTo>
                  <a:pt x="508" y="184616"/>
                </a:lnTo>
                <a:lnTo>
                  <a:pt x="6361234" y="104102"/>
                </a:lnTo>
                <a:lnTo>
                  <a:pt x="6393740" y="84591"/>
                </a:lnTo>
                <a:lnTo>
                  <a:pt x="6360910" y="66001"/>
                </a:lnTo>
                <a:close/>
              </a:path>
              <a:path w="6469380" h="184784">
                <a:moveTo>
                  <a:pt x="6436612" y="65109"/>
                </a:moveTo>
                <a:lnTo>
                  <a:pt x="6431407" y="65109"/>
                </a:lnTo>
                <a:lnTo>
                  <a:pt x="6431762" y="100669"/>
                </a:lnTo>
                <a:lnTo>
                  <a:pt x="6431788" y="103209"/>
                </a:lnTo>
                <a:lnTo>
                  <a:pt x="6361234" y="104102"/>
                </a:lnTo>
                <a:lnTo>
                  <a:pt x="6308344" y="135848"/>
                </a:lnTo>
                <a:lnTo>
                  <a:pt x="6299182" y="154886"/>
                </a:lnTo>
                <a:lnTo>
                  <a:pt x="6301740" y="162010"/>
                </a:lnTo>
                <a:lnTo>
                  <a:pt x="6306863" y="167596"/>
                </a:lnTo>
                <a:lnTo>
                  <a:pt x="6313487" y="170693"/>
                </a:lnTo>
                <a:lnTo>
                  <a:pt x="6320778" y="171100"/>
                </a:lnTo>
                <a:lnTo>
                  <a:pt x="6327902" y="168614"/>
                </a:lnTo>
                <a:lnTo>
                  <a:pt x="6469380" y="83651"/>
                </a:lnTo>
                <a:lnTo>
                  <a:pt x="6436612" y="65109"/>
                </a:lnTo>
                <a:close/>
              </a:path>
              <a:path w="6469380" h="184784">
                <a:moveTo>
                  <a:pt x="6393740" y="84591"/>
                </a:moveTo>
                <a:lnTo>
                  <a:pt x="6361234" y="104102"/>
                </a:lnTo>
                <a:lnTo>
                  <a:pt x="6431788" y="103209"/>
                </a:lnTo>
                <a:lnTo>
                  <a:pt x="6431762" y="100669"/>
                </a:lnTo>
                <a:lnTo>
                  <a:pt x="6422136" y="100669"/>
                </a:lnTo>
                <a:lnTo>
                  <a:pt x="6393740" y="84591"/>
                </a:lnTo>
                <a:close/>
              </a:path>
              <a:path w="6469380" h="184784">
                <a:moveTo>
                  <a:pt x="6421755" y="67776"/>
                </a:moveTo>
                <a:lnTo>
                  <a:pt x="6393740" y="84591"/>
                </a:lnTo>
                <a:lnTo>
                  <a:pt x="6422136" y="100669"/>
                </a:lnTo>
                <a:lnTo>
                  <a:pt x="6421755" y="67776"/>
                </a:lnTo>
                <a:close/>
              </a:path>
              <a:path w="6469380" h="184784">
                <a:moveTo>
                  <a:pt x="6431433" y="67776"/>
                </a:moveTo>
                <a:lnTo>
                  <a:pt x="6421755" y="67776"/>
                </a:lnTo>
                <a:lnTo>
                  <a:pt x="6422136" y="100669"/>
                </a:lnTo>
                <a:lnTo>
                  <a:pt x="6431762" y="100669"/>
                </a:lnTo>
                <a:lnTo>
                  <a:pt x="6431433" y="67776"/>
                </a:lnTo>
                <a:close/>
              </a:path>
              <a:path w="6469380" h="184784">
                <a:moveTo>
                  <a:pt x="6431407" y="65109"/>
                </a:moveTo>
                <a:lnTo>
                  <a:pt x="6360910" y="66001"/>
                </a:lnTo>
                <a:lnTo>
                  <a:pt x="6393740" y="84591"/>
                </a:lnTo>
                <a:lnTo>
                  <a:pt x="6421755" y="67776"/>
                </a:lnTo>
                <a:lnTo>
                  <a:pt x="6431433" y="67776"/>
                </a:lnTo>
                <a:lnTo>
                  <a:pt x="6431407" y="65109"/>
                </a:lnTo>
                <a:close/>
              </a:path>
              <a:path w="6469380" h="184784">
                <a:moveTo>
                  <a:pt x="6318569" y="0"/>
                </a:moveTo>
                <a:lnTo>
                  <a:pt x="6311312" y="545"/>
                </a:lnTo>
                <a:lnTo>
                  <a:pt x="6304793" y="3782"/>
                </a:lnTo>
                <a:lnTo>
                  <a:pt x="6299835" y="9483"/>
                </a:lnTo>
                <a:lnTo>
                  <a:pt x="6297465" y="16676"/>
                </a:lnTo>
                <a:lnTo>
                  <a:pt x="6298025" y="23977"/>
                </a:lnTo>
                <a:lnTo>
                  <a:pt x="6301299" y="30539"/>
                </a:lnTo>
                <a:lnTo>
                  <a:pt x="6307074" y="35518"/>
                </a:lnTo>
                <a:lnTo>
                  <a:pt x="6360910" y="66001"/>
                </a:lnTo>
                <a:lnTo>
                  <a:pt x="6431407" y="65109"/>
                </a:lnTo>
                <a:lnTo>
                  <a:pt x="6436612" y="65109"/>
                </a:lnTo>
                <a:lnTo>
                  <a:pt x="6325743" y="2371"/>
                </a:lnTo>
                <a:lnTo>
                  <a:pt x="6318569" y="0"/>
                </a:lnTo>
                <a:close/>
              </a:path>
            </a:pathLst>
          </a:custGeom>
          <a:solidFill>
            <a:srgbClr val="39AEB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921816" y="752602"/>
            <a:ext cx="10722610" cy="850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ts val="277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FFFF00"/>
                </a:solidFill>
                <a:latin typeface="Calibri"/>
                <a:cs typeface="Calibri"/>
              </a:rPr>
              <a:t>Command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ts val="3729"/>
              </a:lnSpc>
            </a:pPr>
            <a:r>
              <a:rPr sz="3200" dirty="0">
                <a:solidFill>
                  <a:srgbClr val="C585C0"/>
                </a:solidFill>
                <a:latin typeface="Consolas"/>
                <a:cs typeface="Consolas"/>
              </a:rPr>
              <a:t>\documentclass</a:t>
            </a:r>
            <a:r>
              <a:rPr sz="3200" dirty="0">
                <a:solidFill>
                  <a:srgbClr val="D3D3D3"/>
                </a:solidFill>
                <a:latin typeface="Consolas"/>
                <a:cs typeface="Consolas"/>
              </a:rPr>
              <a:t>[</a:t>
            </a:r>
            <a:r>
              <a:rPr sz="3200" dirty="0">
                <a:solidFill>
                  <a:srgbClr val="9CDCFD"/>
                </a:solidFill>
                <a:latin typeface="Consolas"/>
                <a:cs typeface="Consolas"/>
              </a:rPr>
              <a:t>a4paper,</a:t>
            </a:r>
            <a:r>
              <a:rPr sz="3200" spc="-409" dirty="0">
                <a:solidFill>
                  <a:srgbClr val="9CDCFD"/>
                </a:solidFill>
                <a:latin typeface="Consolas"/>
                <a:cs typeface="Consolas"/>
              </a:rPr>
              <a:t> </a:t>
            </a:r>
            <a:r>
              <a:rPr sz="3200" spc="-10" dirty="0">
                <a:solidFill>
                  <a:srgbClr val="9CDCFD"/>
                </a:solidFill>
                <a:latin typeface="Consolas"/>
                <a:cs typeface="Consolas"/>
              </a:rPr>
              <a:t>12pt</a:t>
            </a:r>
            <a:r>
              <a:rPr sz="3200" spc="-10" dirty="0">
                <a:solidFill>
                  <a:srgbClr val="D3D3D3"/>
                </a:solidFill>
                <a:latin typeface="Consolas"/>
                <a:cs typeface="Consolas"/>
              </a:rPr>
              <a:t>]{</a:t>
            </a:r>
            <a:r>
              <a:rPr sz="3200" spc="-10" dirty="0">
                <a:solidFill>
                  <a:srgbClr val="4EC8AF"/>
                </a:solidFill>
                <a:latin typeface="Consolas"/>
                <a:cs typeface="Consolas"/>
              </a:rPr>
              <a:t>article</a:t>
            </a:r>
            <a:r>
              <a:rPr sz="3200" spc="-10" dirty="0">
                <a:solidFill>
                  <a:srgbClr val="D3D3D3"/>
                </a:solidFill>
                <a:latin typeface="Consolas"/>
                <a:cs typeface="Consolas"/>
              </a:rPr>
              <a:t>}</a:t>
            </a:r>
            <a:endParaRPr sz="3200">
              <a:latin typeface="Consolas"/>
              <a:cs typeface="Consola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8504808" y="3373373"/>
            <a:ext cx="491490" cy="2863850"/>
          </a:xfrm>
          <a:custGeom>
            <a:avLst/>
            <a:gdLst/>
            <a:ahLst/>
            <a:cxnLst/>
            <a:rect l="l" t="t" r="r" b="b"/>
            <a:pathLst>
              <a:path w="491490" h="2863850">
                <a:moveTo>
                  <a:pt x="0" y="0"/>
                </a:moveTo>
                <a:lnTo>
                  <a:pt x="77628" y="2082"/>
                </a:lnTo>
                <a:lnTo>
                  <a:pt x="145052" y="7884"/>
                </a:lnTo>
                <a:lnTo>
                  <a:pt x="198223" y="16733"/>
                </a:lnTo>
                <a:lnTo>
                  <a:pt x="245618" y="40893"/>
                </a:lnTo>
                <a:lnTo>
                  <a:pt x="245618" y="1390903"/>
                </a:lnTo>
                <a:lnTo>
                  <a:pt x="258142" y="1403837"/>
                </a:lnTo>
                <a:lnTo>
                  <a:pt x="293020" y="1415064"/>
                </a:lnTo>
                <a:lnTo>
                  <a:pt x="346211" y="1423913"/>
                </a:lnTo>
                <a:lnTo>
                  <a:pt x="413672" y="1429715"/>
                </a:lnTo>
                <a:lnTo>
                  <a:pt x="491363" y="1431798"/>
                </a:lnTo>
                <a:lnTo>
                  <a:pt x="413721" y="1433880"/>
                </a:lnTo>
                <a:lnTo>
                  <a:pt x="346266" y="1439682"/>
                </a:lnTo>
                <a:lnTo>
                  <a:pt x="293057" y="1448531"/>
                </a:lnTo>
                <a:lnTo>
                  <a:pt x="258154" y="1459758"/>
                </a:lnTo>
                <a:lnTo>
                  <a:pt x="245618" y="1472692"/>
                </a:lnTo>
                <a:lnTo>
                  <a:pt x="245618" y="2822714"/>
                </a:lnTo>
                <a:lnTo>
                  <a:pt x="233094" y="2835652"/>
                </a:lnTo>
                <a:lnTo>
                  <a:pt x="198223" y="2846888"/>
                </a:lnTo>
                <a:lnTo>
                  <a:pt x="145052" y="2855749"/>
                </a:lnTo>
                <a:lnTo>
                  <a:pt x="77628" y="2861560"/>
                </a:lnTo>
                <a:lnTo>
                  <a:pt x="0" y="2863646"/>
                </a:lnTo>
              </a:path>
            </a:pathLst>
          </a:custGeom>
          <a:ln w="38100">
            <a:solidFill>
              <a:srgbClr val="39AEB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9376409" y="4615942"/>
            <a:ext cx="16529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FFFF00"/>
                </a:solidFill>
                <a:latin typeface="Calibri"/>
                <a:cs typeface="Calibri"/>
              </a:rPr>
              <a:t>Environment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76170">
              <a:lnSpc>
                <a:spcPct val="100000"/>
              </a:lnSpc>
              <a:spcBef>
                <a:spcPts val="100"/>
              </a:spcBef>
            </a:pPr>
            <a:r>
              <a:rPr dirty="0"/>
              <a:t>Output</a:t>
            </a:r>
            <a:r>
              <a:rPr spc="-55" dirty="0"/>
              <a:t> </a:t>
            </a:r>
            <a:r>
              <a:rPr dirty="0"/>
              <a:t>in</a:t>
            </a:r>
            <a:r>
              <a:rPr spc="-30" dirty="0"/>
              <a:t> </a:t>
            </a:r>
            <a:r>
              <a:rPr dirty="0"/>
              <a:t>PDF</a:t>
            </a:r>
            <a:r>
              <a:rPr spc="-10" dirty="0"/>
              <a:t> Format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145" y="1143000"/>
            <a:ext cx="10819453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7788" y="872997"/>
            <a:ext cx="10813415" cy="5169535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241300" marR="6350" indent="-228600">
              <a:lnSpc>
                <a:spcPts val="3460"/>
              </a:lnSpc>
              <a:spcBef>
                <a:spcPts val="535"/>
              </a:spcBef>
              <a:buSzPct val="79687"/>
              <a:buFont typeface="Arial MT"/>
              <a:buChar char="•"/>
              <a:tabLst>
                <a:tab pos="241300" algn="l"/>
                <a:tab pos="1358265" algn="l"/>
                <a:tab pos="3350260" algn="l"/>
                <a:tab pos="4441825" algn="l"/>
                <a:tab pos="5351780" algn="l"/>
                <a:tab pos="5723255" algn="l"/>
                <a:tab pos="7583170" algn="l"/>
                <a:tab pos="9190990" algn="l"/>
                <a:tab pos="9764395" algn="l"/>
                <a:tab pos="10440670" algn="l"/>
              </a:tabLst>
            </a:pPr>
            <a:r>
              <a:rPr sz="3200" spc="-10" dirty="0">
                <a:solidFill>
                  <a:srgbClr val="FFFFFF"/>
                </a:solidFill>
                <a:latin typeface="Calibri"/>
                <a:cs typeface="Calibri"/>
              </a:rPr>
              <a:t>LaTeX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3200" spc="-10" dirty="0">
                <a:solidFill>
                  <a:srgbClr val="FFFFFF"/>
                </a:solidFill>
                <a:latin typeface="Calibri"/>
                <a:cs typeface="Calibri"/>
              </a:rPr>
              <a:t>commands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3200" spc="-10" dirty="0">
                <a:solidFill>
                  <a:srgbClr val="FFFFFF"/>
                </a:solidFill>
                <a:latin typeface="Calibri"/>
                <a:cs typeface="Calibri"/>
              </a:rPr>
              <a:t>begin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3200" spc="-20" dirty="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3200" spc="-5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3200" spc="-10" dirty="0">
                <a:solidFill>
                  <a:srgbClr val="FFFFFF"/>
                </a:solidFill>
                <a:latin typeface="Calibri"/>
                <a:cs typeface="Calibri"/>
              </a:rPr>
              <a:t>backslash,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3200" spc="-10" dirty="0">
                <a:solidFill>
                  <a:srgbClr val="FFFFFF"/>
                </a:solidFill>
                <a:latin typeface="Calibri"/>
                <a:cs typeface="Calibri"/>
              </a:rPr>
              <a:t>followed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3200" spc="-25" dirty="0">
                <a:solidFill>
                  <a:srgbClr val="FFFFFF"/>
                </a:solidFill>
                <a:latin typeface="Calibri"/>
                <a:cs typeface="Calibri"/>
              </a:rPr>
              <a:t>by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3200" spc="-25" dirty="0">
                <a:solidFill>
                  <a:srgbClr val="FFFFFF"/>
                </a:solidFill>
                <a:latin typeface="Calibri"/>
                <a:cs typeface="Calibri"/>
              </a:rPr>
              <a:t>big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3200" spc="-25" dirty="0">
                <a:solidFill>
                  <a:srgbClr val="FFFFFF"/>
                </a:solidFill>
                <a:latin typeface="Calibri"/>
                <a:cs typeface="Calibri"/>
              </a:rPr>
              <a:t>or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small</a:t>
            </a:r>
            <a:r>
              <a:rPr sz="3200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Calibri"/>
                <a:cs typeface="Calibri"/>
              </a:rPr>
              <a:t>letters.</a:t>
            </a:r>
            <a:endParaRPr sz="3200">
              <a:latin typeface="Calibri"/>
              <a:cs typeface="Calibri"/>
            </a:endParaRPr>
          </a:p>
          <a:p>
            <a:pPr marL="241300" marR="9525" indent="-228600">
              <a:lnSpc>
                <a:spcPts val="3460"/>
              </a:lnSpc>
              <a:spcBef>
                <a:spcPts val="1795"/>
              </a:spcBef>
              <a:buSzPct val="79687"/>
              <a:buFont typeface="Arial MT"/>
              <a:buChar char="•"/>
              <a:tabLst>
                <a:tab pos="241300" algn="l"/>
                <a:tab pos="2280285" algn="l"/>
                <a:tab pos="3153410" algn="l"/>
                <a:tab pos="4112260" algn="l"/>
                <a:tab pos="6189980" algn="l"/>
                <a:tab pos="7245984" algn="l"/>
                <a:tab pos="7729220" algn="l"/>
                <a:tab pos="8707755" algn="l"/>
                <a:tab pos="9959340" algn="l"/>
                <a:tab pos="10489565" algn="l"/>
              </a:tabLst>
            </a:pPr>
            <a:r>
              <a:rPr sz="3200" spc="-10" dirty="0">
                <a:solidFill>
                  <a:srgbClr val="FFFFFF"/>
                </a:solidFill>
                <a:latin typeface="Calibri"/>
                <a:cs typeface="Calibri"/>
              </a:rPr>
              <a:t>Commands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3200" spc="-25" dirty="0">
                <a:solidFill>
                  <a:srgbClr val="FFFFFF"/>
                </a:solidFill>
                <a:latin typeface="Calibri"/>
                <a:cs typeface="Calibri"/>
              </a:rPr>
              <a:t>may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3200" spc="-20" dirty="0">
                <a:solidFill>
                  <a:srgbClr val="FFFFFF"/>
                </a:solidFill>
                <a:latin typeface="Calibri"/>
                <a:cs typeface="Calibri"/>
              </a:rPr>
              <a:t>have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3200" b="1" spc="-10" dirty="0">
                <a:solidFill>
                  <a:srgbClr val="FFFFFF"/>
                </a:solidFill>
                <a:latin typeface="Calibri"/>
                <a:cs typeface="Calibri"/>
              </a:rPr>
              <a:t>arguments</a:t>
            </a:r>
            <a:r>
              <a:rPr sz="3200" spc="-10" dirty="0">
                <a:solidFill>
                  <a:srgbClr val="FFFFFF"/>
                </a:solidFill>
                <a:latin typeface="Calibri"/>
                <a:cs typeface="Calibri"/>
              </a:rPr>
              <a:t>,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3200" spc="-20" dirty="0">
                <a:solidFill>
                  <a:srgbClr val="FFFFFF"/>
                </a:solidFill>
                <a:latin typeface="Calibri"/>
                <a:cs typeface="Calibri"/>
              </a:rPr>
              <a:t>given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3200" spc="-25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3200" spc="-10" dirty="0">
                <a:solidFill>
                  <a:srgbClr val="FFFFFF"/>
                </a:solidFill>
                <a:latin typeface="Calibri"/>
                <a:cs typeface="Calibri"/>
              </a:rPr>
              <a:t>curly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3200" spc="-10" dirty="0">
                <a:solidFill>
                  <a:srgbClr val="FFFFFF"/>
                </a:solidFill>
                <a:latin typeface="Calibri"/>
                <a:cs typeface="Calibri"/>
              </a:rPr>
              <a:t>braces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3200" spc="-25" dirty="0">
                <a:solidFill>
                  <a:srgbClr val="FFFFFF"/>
                </a:solidFill>
                <a:latin typeface="Calibri"/>
                <a:cs typeface="Calibri"/>
              </a:rPr>
              <a:t>or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3200" spc="-25" dirty="0">
                <a:solidFill>
                  <a:srgbClr val="FFFFFF"/>
                </a:solidFill>
                <a:latin typeface="Calibri"/>
                <a:cs typeface="Calibri"/>
              </a:rPr>
              <a:t>in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square</a:t>
            </a:r>
            <a:r>
              <a:rPr sz="3200" spc="-1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Calibri"/>
                <a:cs typeface="Calibri"/>
              </a:rPr>
              <a:t>brackets.</a:t>
            </a:r>
            <a:endParaRPr sz="32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1360"/>
              </a:spcBef>
              <a:buSzPct val="79687"/>
              <a:buFont typeface="Arial MT"/>
              <a:buChar char="•"/>
              <a:tabLst>
                <a:tab pos="241300" algn="l"/>
              </a:tabLst>
            </a:pP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Calling</a:t>
            </a:r>
            <a:r>
              <a:rPr sz="32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32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command</a:t>
            </a:r>
            <a:r>
              <a:rPr sz="32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looks</a:t>
            </a:r>
            <a:r>
              <a:rPr sz="3200" spc="-1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like</a:t>
            </a:r>
            <a:r>
              <a:rPr sz="32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3200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Calibri"/>
                <a:cs typeface="Calibri"/>
              </a:rPr>
              <a:t>following:</a:t>
            </a:r>
            <a:endParaRPr sz="3200">
              <a:latin typeface="Calibri"/>
              <a:cs typeface="Calibri"/>
            </a:endParaRPr>
          </a:p>
          <a:p>
            <a:pPr marL="1902460">
              <a:lnSpc>
                <a:spcPct val="100000"/>
              </a:lnSpc>
              <a:spcBef>
                <a:spcPts val="1420"/>
              </a:spcBef>
            </a:pPr>
            <a:r>
              <a:rPr sz="3200" spc="-10" dirty="0">
                <a:solidFill>
                  <a:srgbClr val="FFFFFF"/>
                </a:solidFill>
                <a:latin typeface="Calibri"/>
                <a:cs typeface="Calibri"/>
              </a:rPr>
              <a:t>\</a:t>
            </a:r>
            <a:r>
              <a:rPr sz="3200" spc="-10" dirty="0">
                <a:solidFill>
                  <a:srgbClr val="FFFF00"/>
                </a:solidFill>
                <a:latin typeface="Calibri"/>
                <a:cs typeface="Calibri"/>
              </a:rPr>
              <a:t>command</a:t>
            </a:r>
            <a:r>
              <a:rPr sz="3200" spc="-10" dirty="0">
                <a:solidFill>
                  <a:srgbClr val="FFFFFF"/>
                </a:solidFill>
                <a:latin typeface="Calibri"/>
                <a:cs typeface="Calibri"/>
              </a:rPr>
              <a:t>[</a:t>
            </a:r>
            <a:r>
              <a:rPr sz="3200" spc="-10" dirty="0">
                <a:solidFill>
                  <a:srgbClr val="00AFEF"/>
                </a:solidFill>
                <a:latin typeface="Calibri"/>
                <a:cs typeface="Calibri"/>
              </a:rPr>
              <a:t>optional</a:t>
            </a:r>
            <a:r>
              <a:rPr sz="3200" spc="-14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00AFEF"/>
                </a:solidFill>
                <a:latin typeface="Calibri"/>
                <a:cs typeface="Calibri"/>
              </a:rPr>
              <a:t>argument</a:t>
            </a:r>
            <a:r>
              <a:rPr sz="3200" spc="-10" dirty="0">
                <a:solidFill>
                  <a:srgbClr val="FFFFFF"/>
                </a:solidFill>
                <a:latin typeface="Calibri"/>
                <a:cs typeface="Calibri"/>
              </a:rPr>
              <a:t>]{</a:t>
            </a:r>
            <a:r>
              <a:rPr sz="3200" spc="-10" dirty="0">
                <a:solidFill>
                  <a:srgbClr val="92D050"/>
                </a:solidFill>
                <a:latin typeface="Calibri"/>
                <a:cs typeface="Calibri"/>
              </a:rPr>
              <a:t>argument</a:t>
            </a:r>
            <a:r>
              <a:rPr sz="3200" spc="-10" dirty="0">
                <a:solidFill>
                  <a:srgbClr val="FFFFFF"/>
                </a:solidFill>
                <a:latin typeface="Calibri"/>
                <a:cs typeface="Calibri"/>
              </a:rPr>
              <a:t>}</a:t>
            </a:r>
            <a:endParaRPr sz="3200">
              <a:latin typeface="Calibri"/>
              <a:cs typeface="Calibri"/>
            </a:endParaRPr>
          </a:p>
          <a:p>
            <a:pPr marL="241300" marR="5080" indent="-228600">
              <a:lnSpc>
                <a:spcPts val="3460"/>
              </a:lnSpc>
              <a:spcBef>
                <a:spcPts val="1850"/>
              </a:spcBef>
              <a:buSzPct val="79687"/>
              <a:buFont typeface="Arial MT"/>
              <a:buChar char="•"/>
              <a:tabLst>
                <a:tab pos="241300" algn="l"/>
                <a:tab pos="1344295" algn="l"/>
                <a:tab pos="2400935" algn="l"/>
                <a:tab pos="2967990" algn="l"/>
                <a:tab pos="4281805" algn="l"/>
                <a:tab pos="6304280" algn="l"/>
                <a:tab pos="7238365" algn="l"/>
                <a:tab pos="7727950" algn="l"/>
                <a:tab pos="8756650" algn="l"/>
                <a:tab pos="9217025" algn="l"/>
                <a:tab pos="10442575" algn="l"/>
              </a:tabLst>
            </a:pPr>
            <a:r>
              <a:rPr sz="3200" spc="-10" dirty="0">
                <a:solidFill>
                  <a:srgbClr val="FFFFFF"/>
                </a:solidFill>
                <a:latin typeface="Calibri"/>
                <a:cs typeface="Calibri"/>
              </a:rPr>
              <a:t>There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3200" spc="-10" dirty="0">
                <a:solidFill>
                  <a:srgbClr val="FFFFFF"/>
                </a:solidFill>
                <a:latin typeface="Calibri"/>
                <a:cs typeface="Calibri"/>
              </a:rPr>
              <a:t>could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3200" spc="-25" dirty="0">
                <a:solidFill>
                  <a:srgbClr val="FFFFFF"/>
                </a:solidFill>
                <a:latin typeface="Calibri"/>
                <a:cs typeface="Calibri"/>
              </a:rPr>
              <a:t>be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3200" spc="-10" dirty="0">
                <a:solidFill>
                  <a:srgbClr val="FFFFFF"/>
                </a:solidFill>
                <a:latin typeface="Calibri"/>
                <a:cs typeface="Calibri"/>
              </a:rPr>
              <a:t>several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3200" spc="-10" dirty="0">
                <a:solidFill>
                  <a:srgbClr val="FFFFFF"/>
                </a:solidFill>
                <a:latin typeface="Calibri"/>
                <a:cs typeface="Calibri"/>
              </a:rPr>
              <a:t>arguments,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3200" spc="-20" dirty="0">
                <a:solidFill>
                  <a:srgbClr val="FFFFFF"/>
                </a:solidFill>
                <a:latin typeface="Calibri"/>
                <a:cs typeface="Calibri"/>
              </a:rPr>
              <a:t>each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3200" spc="-25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3200" spc="-20" dirty="0">
                <a:solidFill>
                  <a:srgbClr val="FFFFFF"/>
                </a:solidFill>
                <a:latin typeface="Calibri"/>
                <a:cs typeface="Calibri"/>
              </a:rPr>
              <a:t>them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3200" spc="-25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3200" spc="-10" dirty="0">
                <a:solidFill>
                  <a:srgbClr val="FFFFFF"/>
                </a:solidFill>
                <a:latin typeface="Calibri"/>
                <a:cs typeface="Calibri"/>
              </a:rPr>
              <a:t>braces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3200" spc="-25" dirty="0">
                <a:solidFill>
                  <a:srgbClr val="FFFFFF"/>
                </a:solidFill>
                <a:latin typeface="Calibri"/>
                <a:cs typeface="Calibri"/>
              </a:rPr>
              <a:t>or </a:t>
            </a:r>
            <a:r>
              <a:rPr sz="3200" spc="-10" dirty="0">
                <a:solidFill>
                  <a:srgbClr val="FFFFFF"/>
                </a:solidFill>
                <a:latin typeface="Calibri"/>
                <a:cs typeface="Calibri"/>
              </a:rPr>
              <a:t>brackets.</a:t>
            </a:r>
            <a:endParaRPr sz="32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1360"/>
              </a:spcBef>
              <a:buSzPct val="79687"/>
              <a:buFont typeface="Arial MT"/>
              <a:buChar char="•"/>
              <a:tabLst>
                <a:tab pos="241300" algn="l"/>
              </a:tabLst>
            </a:pPr>
            <a:r>
              <a:rPr sz="3200" spc="-10" dirty="0">
                <a:solidFill>
                  <a:srgbClr val="FFFFFF"/>
                </a:solidFill>
                <a:latin typeface="Calibri"/>
                <a:cs typeface="Calibri"/>
              </a:rPr>
              <a:t>Arguments</a:t>
            </a:r>
            <a:r>
              <a:rPr sz="32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32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curly</a:t>
            </a:r>
            <a:r>
              <a:rPr sz="32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braces</a:t>
            </a:r>
            <a:r>
              <a:rPr sz="32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are</a:t>
            </a:r>
            <a:r>
              <a:rPr sz="32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Calibri"/>
                <a:cs typeface="Calibri"/>
              </a:rPr>
              <a:t>mandatory.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73045">
              <a:lnSpc>
                <a:spcPct val="100000"/>
              </a:lnSpc>
              <a:spcBef>
                <a:spcPts val="100"/>
              </a:spcBef>
            </a:pPr>
            <a:r>
              <a:rPr spc="-50" dirty="0"/>
              <a:t>LaTeX</a:t>
            </a:r>
            <a:r>
              <a:rPr spc="-114" dirty="0"/>
              <a:t> </a:t>
            </a:r>
            <a:r>
              <a:rPr spc="-10" dirty="0"/>
              <a:t>Commands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7788" y="694918"/>
            <a:ext cx="6515734" cy="5367655"/>
          </a:xfrm>
          <a:prstGeom prst="rect">
            <a:avLst/>
          </a:prstGeom>
        </p:spPr>
        <p:txBody>
          <a:bodyPr vert="horz" wrap="square" lIns="0" tIns="1924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15"/>
              </a:spcBef>
            </a:pPr>
            <a:r>
              <a:rPr sz="3200" spc="-10" dirty="0">
                <a:solidFill>
                  <a:srgbClr val="DCDCAA"/>
                </a:solidFill>
                <a:latin typeface="Consolas"/>
                <a:cs typeface="Consolas"/>
              </a:rPr>
              <a:t>\begin</a:t>
            </a:r>
            <a:r>
              <a:rPr sz="3200" spc="-10" dirty="0">
                <a:solidFill>
                  <a:srgbClr val="D3D3D3"/>
                </a:solidFill>
                <a:latin typeface="Consolas"/>
                <a:cs typeface="Consolas"/>
              </a:rPr>
              <a:t>{</a:t>
            </a:r>
            <a:r>
              <a:rPr sz="3200" spc="-10" dirty="0">
                <a:solidFill>
                  <a:srgbClr val="9CDCFD"/>
                </a:solidFill>
                <a:latin typeface="Consolas"/>
                <a:cs typeface="Consolas"/>
              </a:rPr>
              <a:t>document</a:t>
            </a:r>
            <a:r>
              <a:rPr sz="3200" spc="-10" dirty="0">
                <a:solidFill>
                  <a:srgbClr val="D3D3D3"/>
                </a:solidFill>
                <a:latin typeface="Consolas"/>
                <a:cs typeface="Consolas"/>
              </a:rPr>
              <a:t>}</a:t>
            </a:r>
            <a:endParaRPr sz="32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sz="3200" spc="-10" dirty="0">
                <a:solidFill>
                  <a:srgbClr val="DCDCAA"/>
                </a:solidFill>
                <a:latin typeface="Consolas"/>
                <a:cs typeface="Consolas"/>
              </a:rPr>
              <a:t>\maketitle</a:t>
            </a:r>
            <a:endParaRPr sz="3200" dirty="0">
              <a:latin typeface="Consolas"/>
              <a:cs typeface="Consolas"/>
            </a:endParaRPr>
          </a:p>
          <a:p>
            <a:pPr marL="12700" marR="1570355">
              <a:lnSpc>
                <a:spcPct val="136900"/>
              </a:lnSpc>
              <a:tabLst>
                <a:tab pos="3594100" algn="l"/>
              </a:tabLst>
            </a:pPr>
            <a:r>
              <a:rPr sz="3200" spc="-10" dirty="0">
                <a:solidFill>
                  <a:srgbClr val="DCDCAA"/>
                </a:solidFill>
                <a:latin typeface="Consolas"/>
                <a:cs typeface="Consolas"/>
              </a:rPr>
              <a:t>\section</a:t>
            </a:r>
            <a:r>
              <a:rPr sz="3200" spc="-10" dirty="0">
                <a:solidFill>
                  <a:srgbClr val="D3D3D3"/>
                </a:solidFill>
                <a:latin typeface="Consolas"/>
                <a:cs typeface="Consolas"/>
              </a:rPr>
              <a:t>{Introduction} </a:t>
            </a:r>
            <a:r>
              <a:rPr sz="3200" spc="-20" dirty="0">
                <a:solidFill>
                  <a:srgbClr val="D3D3D3"/>
                </a:solidFill>
                <a:latin typeface="Consolas"/>
                <a:cs typeface="Consolas"/>
              </a:rPr>
              <a:t>This</a:t>
            </a:r>
            <a:r>
              <a:rPr sz="3200" dirty="0">
                <a:solidFill>
                  <a:srgbClr val="D3D3D3"/>
                </a:solidFill>
                <a:latin typeface="Consolas"/>
                <a:cs typeface="Consolas"/>
              </a:rPr>
              <a:t>	is</a:t>
            </a:r>
            <a:r>
              <a:rPr sz="3200" spc="-1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3200" spc="-25" dirty="0">
                <a:solidFill>
                  <a:srgbClr val="D3D3D3"/>
                </a:solidFill>
                <a:latin typeface="Consolas"/>
                <a:cs typeface="Consolas"/>
              </a:rPr>
              <a:t>the</a:t>
            </a:r>
            <a:endParaRPr sz="32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415"/>
              </a:spcBef>
            </a:pPr>
            <a:r>
              <a:rPr sz="3200" dirty="0">
                <a:solidFill>
                  <a:srgbClr val="D3D3D3"/>
                </a:solidFill>
                <a:latin typeface="Consolas"/>
                <a:cs typeface="Consolas"/>
              </a:rPr>
              <a:t>first</a:t>
            </a:r>
            <a:r>
              <a:rPr sz="3200" spc="-9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3200" spc="-10" dirty="0">
                <a:solidFill>
                  <a:srgbClr val="D3D3D3"/>
                </a:solidFill>
                <a:latin typeface="Consolas"/>
                <a:cs typeface="Consolas"/>
              </a:rPr>
              <a:t>paragraph</a:t>
            </a:r>
            <a:r>
              <a:rPr sz="3200" spc="-10" dirty="0" smtClean="0">
                <a:solidFill>
                  <a:srgbClr val="D3D3D3"/>
                </a:solidFill>
                <a:latin typeface="Consolas"/>
                <a:cs typeface="Consolas"/>
              </a:rPr>
              <a:t>.</a:t>
            </a:r>
            <a:endParaRPr sz="3200" dirty="0" smtClean="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2930"/>
              </a:spcBef>
            </a:pPr>
            <a:endParaRPr sz="3200" dirty="0" smtClean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3200" dirty="0" smtClean="0">
                <a:solidFill>
                  <a:srgbClr val="D3D3D3"/>
                </a:solidFill>
                <a:latin typeface="Consolas"/>
                <a:cs typeface="Consolas"/>
              </a:rPr>
              <a:t>This</a:t>
            </a:r>
            <a:r>
              <a:rPr sz="3200" spc="-70" dirty="0" smtClean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3200" dirty="0">
                <a:solidFill>
                  <a:srgbClr val="D3D3D3"/>
                </a:solidFill>
                <a:latin typeface="Consolas"/>
                <a:cs typeface="Consolas"/>
              </a:rPr>
              <a:t>is</a:t>
            </a:r>
            <a:r>
              <a:rPr sz="3200" spc="-6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3200" dirty="0">
                <a:solidFill>
                  <a:srgbClr val="D3D3D3"/>
                </a:solidFill>
                <a:latin typeface="Consolas"/>
                <a:cs typeface="Consolas"/>
              </a:rPr>
              <a:t>the</a:t>
            </a:r>
            <a:r>
              <a:rPr sz="3200" spc="-6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3200" dirty="0">
                <a:solidFill>
                  <a:srgbClr val="D3D3D3"/>
                </a:solidFill>
                <a:latin typeface="Consolas"/>
                <a:cs typeface="Consolas"/>
              </a:rPr>
              <a:t>second</a:t>
            </a:r>
            <a:r>
              <a:rPr sz="3200" spc="-6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3200" spc="-10" dirty="0">
                <a:solidFill>
                  <a:srgbClr val="D3D3D3"/>
                </a:solidFill>
                <a:latin typeface="Consolas"/>
                <a:cs typeface="Consolas"/>
              </a:rPr>
              <a:t>paragraph.</a:t>
            </a:r>
            <a:endParaRPr sz="32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415"/>
              </a:spcBef>
            </a:pPr>
            <a:r>
              <a:rPr sz="3200" spc="-10" dirty="0">
                <a:solidFill>
                  <a:srgbClr val="DCDCAA"/>
                </a:solidFill>
                <a:latin typeface="Consolas"/>
                <a:cs typeface="Consolas"/>
              </a:rPr>
              <a:t>\end</a:t>
            </a:r>
            <a:r>
              <a:rPr sz="3200" spc="-10" dirty="0">
                <a:solidFill>
                  <a:srgbClr val="D3D3D3"/>
                </a:solidFill>
                <a:latin typeface="Consolas"/>
                <a:cs typeface="Consolas"/>
              </a:rPr>
              <a:t>{</a:t>
            </a:r>
            <a:r>
              <a:rPr sz="3200" spc="-10" dirty="0">
                <a:solidFill>
                  <a:srgbClr val="9CDCFD"/>
                </a:solidFill>
                <a:latin typeface="Consolas"/>
                <a:cs typeface="Consolas"/>
              </a:rPr>
              <a:t>document</a:t>
            </a:r>
            <a:r>
              <a:rPr sz="3200" spc="-10" dirty="0">
                <a:solidFill>
                  <a:srgbClr val="D3D3D3"/>
                </a:solidFill>
                <a:latin typeface="Consolas"/>
                <a:cs typeface="Consolas"/>
              </a:rPr>
              <a:t>}</a:t>
            </a:r>
            <a:endParaRPr sz="3200" dirty="0">
              <a:latin typeface="Consolas"/>
              <a:cs typeface="Consola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152013" y="183007"/>
            <a:ext cx="58889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Spaces,</a:t>
            </a:r>
            <a:r>
              <a:rPr spc="-90" dirty="0"/>
              <a:t> </a:t>
            </a:r>
            <a:r>
              <a:rPr dirty="0"/>
              <a:t>Line</a:t>
            </a:r>
            <a:r>
              <a:rPr spc="-55" dirty="0"/>
              <a:t> </a:t>
            </a:r>
            <a:r>
              <a:rPr dirty="0"/>
              <a:t>Breaks,</a:t>
            </a:r>
            <a:r>
              <a:rPr spc="-55" dirty="0"/>
              <a:t> </a:t>
            </a:r>
            <a:r>
              <a:rPr spc="-10" dirty="0"/>
              <a:t>Paragraphs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68120">
              <a:lnSpc>
                <a:spcPct val="100000"/>
              </a:lnSpc>
              <a:spcBef>
                <a:spcPts val="100"/>
              </a:spcBef>
            </a:pPr>
            <a:r>
              <a:rPr dirty="0"/>
              <a:t>Spaces,</a:t>
            </a:r>
            <a:r>
              <a:rPr spc="-90" dirty="0"/>
              <a:t> </a:t>
            </a:r>
            <a:r>
              <a:rPr dirty="0"/>
              <a:t>Line</a:t>
            </a:r>
            <a:r>
              <a:rPr spc="-55" dirty="0"/>
              <a:t> </a:t>
            </a:r>
            <a:r>
              <a:rPr dirty="0"/>
              <a:t>Breaks,</a:t>
            </a:r>
            <a:r>
              <a:rPr spc="-55" dirty="0"/>
              <a:t> </a:t>
            </a:r>
            <a:r>
              <a:rPr spc="-10" dirty="0"/>
              <a:t>Paragraphs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1743" y="1143000"/>
            <a:ext cx="9568257" cy="4876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7788" y="745818"/>
            <a:ext cx="10669270" cy="5128895"/>
          </a:xfrm>
          <a:prstGeom prst="rect">
            <a:avLst/>
          </a:prstGeom>
        </p:spPr>
        <p:txBody>
          <a:bodyPr vert="horz" wrap="square" lIns="0" tIns="18923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490"/>
              </a:spcBef>
              <a:buSzPct val="79411"/>
              <a:buFont typeface="Arial MT"/>
              <a:buChar char="•"/>
              <a:tabLst>
                <a:tab pos="240665" algn="l"/>
              </a:tabLst>
            </a:pPr>
            <a:r>
              <a:rPr sz="3400" spc="-50" dirty="0">
                <a:solidFill>
                  <a:srgbClr val="FFFFFF"/>
                </a:solidFill>
                <a:latin typeface="Calibri"/>
                <a:cs typeface="Calibri"/>
              </a:rPr>
              <a:t>LaTeX</a:t>
            </a:r>
            <a:r>
              <a:rPr sz="34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FFFFFF"/>
                </a:solidFill>
                <a:latin typeface="Calibri"/>
                <a:cs typeface="Calibri"/>
              </a:rPr>
              <a:t>treats</a:t>
            </a:r>
            <a:r>
              <a:rPr sz="34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FFFFFF"/>
                </a:solidFill>
                <a:latin typeface="Calibri"/>
                <a:cs typeface="Calibri"/>
              </a:rPr>
              <a:t>multiple</a:t>
            </a:r>
            <a:r>
              <a:rPr sz="34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FFFFFF"/>
                </a:solidFill>
                <a:latin typeface="Calibri"/>
                <a:cs typeface="Calibri"/>
              </a:rPr>
              <a:t>spaces</a:t>
            </a:r>
            <a:r>
              <a:rPr sz="34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FFFFFF"/>
                </a:solidFill>
                <a:latin typeface="Calibri"/>
                <a:cs typeface="Calibri"/>
              </a:rPr>
              <a:t>just</a:t>
            </a:r>
            <a:r>
              <a:rPr sz="34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FFFFFF"/>
                </a:solidFill>
                <a:latin typeface="Calibri"/>
                <a:cs typeface="Calibri"/>
              </a:rPr>
              <a:t>like</a:t>
            </a:r>
            <a:r>
              <a:rPr sz="34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34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FFFFFF"/>
                </a:solidFill>
                <a:latin typeface="Calibri"/>
                <a:cs typeface="Calibri"/>
              </a:rPr>
              <a:t>single</a:t>
            </a:r>
            <a:r>
              <a:rPr sz="34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FFFFFF"/>
                </a:solidFill>
                <a:latin typeface="Calibri"/>
                <a:cs typeface="Calibri"/>
              </a:rPr>
              <a:t>space.</a:t>
            </a:r>
            <a:endParaRPr sz="34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1395"/>
              </a:spcBef>
              <a:buSzPct val="79411"/>
              <a:buFont typeface="Arial MT"/>
              <a:buChar char="•"/>
              <a:tabLst>
                <a:tab pos="240665" algn="l"/>
              </a:tabLst>
            </a:pPr>
            <a:r>
              <a:rPr sz="34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34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FFFFFF"/>
                </a:solidFill>
                <a:latin typeface="Calibri"/>
                <a:cs typeface="Calibri"/>
              </a:rPr>
              <a:t>single</a:t>
            </a:r>
            <a:r>
              <a:rPr sz="34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FFFFFF"/>
                </a:solidFill>
                <a:latin typeface="Calibri"/>
                <a:cs typeface="Calibri"/>
              </a:rPr>
              <a:t>line</a:t>
            </a:r>
            <a:r>
              <a:rPr sz="34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FFFFFF"/>
                </a:solidFill>
                <a:latin typeface="Calibri"/>
                <a:cs typeface="Calibri"/>
              </a:rPr>
              <a:t>break</a:t>
            </a:r>
            <a:r>
              <a:rPr sz="3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FFFFFF"/>
                </a:solidFill>
                <a:latin typeface="Calibri"/>
                <a:cs typeface="Calibri"/>
              </a:rPr>
              <a:t>has</a:t>
            </a:r>
            <a:r>
              <a:rPr sz="3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34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FFFFFF"/>
                </a:solidFill>
                <a:latin typeface="Calibri"/>
                <a:cs typeface="Calibri"/>
              </a:rPr>
              <a:t>same</a:t>
            </a:r>
            <a:r>
              <a:rPr sz="34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FFFFFF"/>
                </a:solidFill>
                <a:latin typeface="Calibri"/>
                <a:cs typeface="Calibri"/>
              </a:rPr>
              <a:t>effect</a:t>
            </a:r>
            <a:r>
              <a:rPr sz="3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FFFFFF"/>
                </a:solidFill>
                <a:latin typeface="Calibri"/>
                <a:cs typeface="Calibri"/>
              </a:rPr>
              <a:t>like</a:t>
            </a:r>
            <a:r>
              <a:rPr sz="34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3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FFFFFF"/>
                </a:solidFill>
                <a:latin typeface="Calibri"/>
                <a:cs typeface="Calibri"/>
              </a:rPr>
              <a:t>single</a:t>
            </a:r>
            <a:r>
              <a:rPr sz="34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FFFFFF"/>
                </a:solidFill>
                <a:latin typeface="Calibri"/>
                <a:cs typeface="Calibri"/>
              </a:rPr>
              <a:t>space.</a:t>
            </a:r>
            <a:endParaRPr sz="3400">
              <a:latin typeface="Calibri"/>
              <a:cs typeface="Calibri"/>
            </a:endParaRPr>
          </a:p>
          <a:p>
            <a:pPr marL="241300" marR="507365" indent="-228600">
              <a:lnSpc>
                <a:spcPts val="3679"/>
              </a:lnSpc>
              <a:spcBef>
                <a:spcPts val="1845"/>
              </a:spcBef>
              <a:buSzPct val="79411"/>
              <a:buFont typeface="Arial MT"/>
              <a:buChar char="•"/>
              <a:tabLst>
                <a:tab pos="241300" algn="l"/>
              </a:tabLst>
            </a:pPr>
            <a:r>
              <a:rPr sz="3400" dirty="0">
                <a:solidFill>
                  <a:srgbClr val="FFFFFF"/>
                </a:solidFill>
                <a:latin typeface="Calibri"/>
                <a:cs typeface="Calibri"/>
              </a:rPr>
              <a:t>It</a:t>
            </a:r>
            <a:r>
              <a:rPr sz="34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FFFFFF"/>
                </a:solidFill>
                <a:latin typeface="Calibri"/>
                <a:cs typeface="Calibri"/>
              </a:rPr>
              <a:t>doesn't</a:t>
            </a:r>
            <a:r>
              <a:rPr sz="3400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FFFFFF"/>
                </a:solidFill>
                <a:latin typeface="Calibri"/>
                <a:cs typeface="Calibri"/>
              </a:rPr>
              <a:t>matter</a:t>
            </a:r>
            <a:r>
              <a:rPr sz="3400" spc="-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FFFFFF"/>
                </a:solidFill>
                <a:latin typeface="Calibri"/>
                <a:cs typeface="Calibri"/>
              </a:rPr>
              <a:t>how</a:t>
            </a:r>
            <a:r>
              <a:rPr sz="34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FFFFFF"/>
                </a:solidFill>
                <a:latin typeface="Calibri"/>
                <a:cs typeface="Calibri"/>
              </a:rPr>
              <a:t>you</a:t>
            </a:r>
            <a:r>
              <a:rPr sz="34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FFFFFF"/>
                </a:solidFill>
                <a:latin typeface="Calibri"/>
                <a:cs typeface="Calibri"/>
              </a:rPr>
              <a:t>arrange</a:t>
            </a:r>
            <a:r>
              <a:rPr sz="3400" spc="-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FFFFFF"/>
                </a:solidFill>
                <a:latin typeface="Calibri"/>
                <a:cs typeface="Calibri"/>
              </a:rPr>
              <a:t>your</a:t>
            </a:r>
            <a:r>
              <a:rPr sz="34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FFFFFF"/>
                </a:solidFill>
                <a:latin typeface="Calibri"/>
                <a:cs typeface="Calibri"/>
              </a:rPr>
              <a:t>text</a:t>
            </a:r>
            <a:r>
              <a:rPr sz="34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34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34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FFFFFF"/>
                </a:solidFill>
                <a:latin typeface="Calibri"/>
                <a:cs typeface="Calibri"/>
              </a:rPr>
              <a:t>editor </a:t>
            </a:r>
            <a:r>
              <a:rPr sz="3400" dirty="0">
                <a:solidFill>
                  <a:srgbClr val="FFFFFF"/>
                </a:solidFill>
                <a:latin typeface="Calibri"/>
                <a:cs typeface="Calibri"/>
              </a:rPr>
              <a:t>using</a:t>
            </a:r>
            <a:r>
              <a:rPr sz="34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FFFFFF"/>
                </a:solidFill>
                <a:latin typeface="Calibri"/>
                <a:cs typeface="Calibri"/>
              </a:rPr>
              <a:t>spaces</a:t>
            </a:r>
            <a:r>
              <a:rPr sz="34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FFFFFF"/>
                </a:solidFill>
                <a:latin typeface="Calibri"/>
                <a:cs typeface="Calibri"/>
              </a:rPr>
              <a:t>or</a:t>
            </a:r>
            <a:r>
              <a:rPr sz="3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FFFFFF"/>
                </a:solidFill>
                <a:latin typeface="Calibri"/>
                <a:cs typeface="Calibri"/>
              </a:rPr>
              <a:t>breaks,</a:t>
            </a:r>
            <a:r>
              <a:rPr sz="34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3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FFFFFF"/>
                </a:solidFill>
                <a:latin typeface="Calibri"/>
                <a:cs typeface="Calibri"/>
              </a:rPr>
              <a:t>output</a:t>
            </a:r>
            <a:r>
              <a:rPr sz="3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FFFFFF"/>
                </a:solidFill>
                <a:latin typeface="Calibri"/>
                <a:cs typeface="Calibri"/>
              </a:rPr>
              <a:t>will</a:t>
            </a:r>
            <a:r>
              <a:rPr sz="34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FFFFFF"/>
                </a:solidFill>
                <a:latin typeface="Calibri"/>
                <a:cs typeface="Calibri"/>
              </a:rPr>
              <a:t>stay</a:t>
            </a:r>
            <a:r>
              <a:rPr sz="34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34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FFFFFF"/>
                </a:solidFill>
                <a:latin typeface="Calibri"/>
                <a:cs typeface="Calibri"/>
              </a:rPr>
              <a:t>same.</a:t>
            </a:r>
            <a:endParaRPr sz="34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1335"/>
              </a:spcBef>
              <a:buSzPct val="79411"/>
              <a:buFont typeface="Arial MT"/>
              <a:buChar char="•"/>
              <a:tabLst>
                <a:tab pos="240665" algn="l"/>
              </a:tabLst>
            </a:pPr>
            <a:r>
              <a:rPr sz="34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34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FFFFFF"/>
                </a:solidFill>
                <a:latin typeface="Calibri"/>
                <a:cs typeface="Calibri"/>
              </a:rPr>
              <a:t>blank</a:t>
            </a:r>
            <a:r>
              <a:rPr sz="3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FFFFFF"/>
                </a:solidFill>
                <a:latin typeface="Calibri"/>
                <a:cs typeface="Calibri"/>
              </a:rPr>
              <a:t>line</a:t>
            </a:r>
            <a:r>
              <a:rPr sz="34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FFFFFF"/>
                </a:solidFill>
                <a:latin typeface="Calibri"/>
                <a:cs typeface="Calibri"/>
              </a:rPr>
              <a:t>denotes</a:t>
            </a:r>
            <a:r>
              <a:rPr sz="34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34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400" spc="-20" dirty="0">
                <a:solidFill>
                  <a:srgbClr val="FFFFFF"/>
                </a:solidFill>
                <a:latin typeface="Calibri"/>
                <a:cs typeface="Calibri"/>
              </a:rPr>
              <a:t>paragraph</a:t>
            </a:r>
            <a:r>
              <a:rPr sz="34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FFFFFF"/>
                </a:solidFill>
                <a:latin typeface="Calibri"/>
                <a:cs typeface="Calibri"/>
              </a:rPr>
              <a:t>break.</a:t>
            </a:r>
            <a:endParaRPr sz="34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1390"/>
              </a:spcBef>
              <a:buSzPct val="79411"/>
              <a:buFont typeface="Arial MT"/>
              <a:buChar char="•"/>
              <a:tabLst>
                <a:tab pos="240665" algn="l"/>
              </a:tabLst>
            </a:pPr>
            <a:r>
              <a:rPr sz="3400" dirty="0">
                <a:solidFill>
                  <a:srgbClr val="FFFFFF"/>
                </a:solidFill>
                <a:latin typeface="Calibri"/>
                <a:cs typeface="Calibri"/>
              </a:rPr>
              <a:t>Multiple</a:t>
            </a:r>
            <a:r>
              <a:rPr sz="34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FFFFFF"/>
                </a:solidFill>
                <a:latin typeface="Calibri"/>
                <a:cs typeface="Calibri"/>
              </a:rPr>
              <a:t>empty</a:t>
            </a:r>
            <a:r>
              <a:rPr sz="34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FFFFFF"/>
                </a:solidFill>
                <a:latin typeface="Calibri"/>
                <a:cs typeface="Calibri"/>
              </a:rPr>
              <a:t>lines</a:t>
            </a:r>
            <a:r>
              <a:rPr sz="34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FFFFFF"/>
                </a:solidFill>
                <a:latin typeface="Calibri"/>
                <a:cs typeface="Calibri"/>
              </a:rPr>
              <a:t>are</a:t>
            </a:r>
            <a:r>
              <a:rPr sz="34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FFFFFF"/>
                </a:solidFill>
                <a:latin typeface="Calibri"/>
                <a:cs typeface="Calibri"/>
              </a:rPr>
              <a:t>treated</a:t>
            </a:r>
            <a:r>
              <a:rPr sz="34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FFFFFF"/>
                </a:solidFill>
                <a:latin typeface="Calibri"/>
                <a:cs typeface="Calibri"/>
              </a:rPr>
              <a:t>as</a:t>
            </a:r>
            <a:r>
              <a:rPr sz="34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400" spc="-20" dirty="0">
                <a:solidFill>
                  <a:srgbClr val="FFFFFF"/>
                </a:solidFill>
                <a:latin typeface="Calibri"/>
                <a:cs typeface="Calibri"/>
              </a:rPr>
              <a:t>one.</a:t>
            </a:r>
            <a:endParaRPr sz="3400">
              <a:latin typeface="Calibri"/>
              <a:cs typeface="Calibri"/>
            </a:endParaRPr>
          </a:p>
          <a:p>
            <a:pPr marL="241300" marR="5080" indent="-228600">
              <a:lnSpc>
                <a:spcPts val="3670"/>
              </a:lnSpc>
              <a:spcBef>
                <a:spcPts val="1860"/>
              </a:spcBef>
              <a:buSzPct val="79411"/>
              <a:buFont typeface="Arial MT"/>
              <a:buChar char="•"/>
              <a:tabLst>
                <a:tab pos="241300" algn="l"/>
              </a:tabLst>
            </a:pPr>
            <a:r>
              <a:rPr sz="3400" spc="-10" dirty="0">
                <a:solidFill>
                  <a:srgbClr val="FFFFFF"/>
                </a:solidFill>
                <a:latin typeface="Calibri"/>
                <a:cs typeface="Calibri"/>
              </a:rPr>
              <a:t>Everything</a:t>
            </a:r>
            <a:r>
              <a:rPr sz="34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FFFFFF"/>
                </a:solidFill>
                <a:latin typeface="Calibri"/>
                <a:cs typeface="Calibri"/>
              </a:rPr>
              <a:t>following</a:t>
            </a:r>
            <a:r>
              <a:rPr sz="34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34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FFFFFF"/>
                </a:solidFill>
                <a:latin typeface="Calibri"/>
                <a:cs typeface="Calibri"/>
              </a:rPr>
              <a:t>percent</a:t>
            </a:r>
            <a:r>
              <a:rPr sz="3400" spc="-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FFFFFF"/>
                </a:solidFill>
                <a:latin typeface="Calibri"/>
                <a:cs typeface="Calibri"/>
              </a:rPr>
              <a:t>sign</a:t>
            </a:r>
            <a:r>
              <a:rPr sz="34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FFFFFF"/>
                </a:solidFill>
                <a:latin typeface="Calibri"/>
                <a:cs typeface="Calibri"/>
              </a:rPr>
              <a:t>(%</a:t>
            </a:r>
            <a:r>
              <a:rPr sz="3400" spc="-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FFFFFF"/>
                </a:solidFill>
                <a:latin typeface="Calibri"/>
                <a:cs typeface="Calibri"/>
              </a:rPr>
              <a:t>symbol</a:t>
            </a:r>
            <a:r>
              <a:rPr sz="34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FFFFFF"/>
                </a:solidFill>
                <a:latin typeface="Calibri"/>
                <a:cs typeface="Calibri"/>
              </a:rPr>
              <a:t>used</a:t>
            </a:r>
            <a:r>
              <a:rPr sz="3400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400" spc="-25" dirty="0">
                <a:solidFill>
                  <a:srgbClr val="FFFFFF"/>
                </a:solidFill>
                <a:latin typeface="Calibri"/>
                <a:cs typeface="Calibri"/>
              </a:rPr>
              <a:t>as </a:t>
            </a:r>
            <a:r>
              <a:rPr sz="3400" dirty="0">
                <a:solidFill>
                  <a:srgbClr val="FFFFFF"/>
                </a:solidFill>
                <a:latin typeface="Calibri"/>
                <a:cs typeface="Calibri"/>
              </a:rPr>
              <a:t>comment)</a:t>
            </a:r>
            <a:r>
              <a:rPr sz="34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FFFFFF"/>
                </a:solidFill>
                <a:latin typeface="Calibri"/>
                <a:cs typeface="Calibri"/>
              </a:rPr>
              <a:t>until</a:t>
            </a:r>
            <a:r>
              <a:rPr sz="34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3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FFFFFF"/>
                </a:solidFill>
                <a:latin typeface="Calibri"/>
                <a:cs typeface="Calibri"/>
              </a:rPr>
              <a:t>end</a:t>
            </a:r>
            <a:r>
              <a:rPr sz="34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3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34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FFFFFF"/>
                </a:solidFill>
                <a:latin typeface="Calibri"/>
                <a:cs typeface="Calibri"/>
              </a:rPr>
              <a:t>line</a:t>
            </a:r>
            <a:r>
              <a:rPr sz="34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FFFFFF"/>
                </a:solidFill>
                <a:latin typeface="Calibri"/>
                <a:cs typeface="Calibri"/>
              </a:rPr>
              <a:t>will</a:t>
            </a:r>
            <a:r>
              <a:rPr sz="34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FFFFFF"/>
                </a:solidFill>
                <a:latin typeface="Calibri"/>
                <a:cs typeface="Calibri"/>
              </a:rPr>
              <a:t>be</a:t>
            </a:r>
            <a:r>
              <a:rPr sz="3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FFFFFF"/>
                </a:solidFill>
                <a:latin typeface="Calibri"/>
                <a:cs typeface="Calibri"/>
              </a:rPr>
              <a:t>ignored</a:t>
            </a:r>
            <a:r>
              <a:rPr sz="3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FFFFFF"/>
                </a:solidFill>
                <a:latin typeface="Calibri"/>
                <a:cs typeface="Calibri"/>
              </a:rPr>
              <a:t>by</a:t>
            </a:r>
            <a:r>
              <a:rPr sz="34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FFFFFF"/>
                </a:solidFill>
                <a:latin typeface="Calibri"/>
                <a:cs typeface="Calibri"/>
              </a:rPr>
              <a:t>LaTeX.</a:t>
            </a:r>
            <a:endParaRPr sz="34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696592" y="183007"/>
            <a:ext cx="879856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Spaces,</a:t>
            </a:r>
            <a:r>
              <a:rPr spc="-85" dirty="0"/>
              <a:t> </a:t>
            </a:r>
            <a:r>
              <a:rPr dirty="0"/>
              <a:t>Line</a:t>
            </a:r>
            <a:r>
              <a:rPr spc="-55" dirty="0"/>
              <a:t> </a:t>
            </a:r>
            <a:r>
              <a:rPr dirty="0"/>
              <a:t>Breaks,</a:t>
            </a:r>
            <a:r>
              <a:rPr spc="-60" dirty="0"/>
              <a:t> </a:t>
            </a:r>
            <a:r>
              <a:rPr spc="-20" dirty="0"/>
              <a:t>Paragraphs</a:t>
            </a:r>
            <a:r>
              <a:rPr spc="-90" dirty="0"/>
              <a:t> </a:t>
            </a:r>
            <a:r>
              <a:rPr dirty="0"/>
              <a:t>and</a:t>
            </a:r>
            <a:r>
              <a:rPr spc="-70" dirty="0"/>
              <a:t> </a:t>
            </a:r>
            <a:r>
              <a:rPr spc="-10" dirty="0"/>
              <a:t>Comments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7788" y="968476"/>
            <a:ext cx="9649460" cy="4699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1570990">
              <a:lnSpc>
                <a:spcPct val="136900"/>
              </a:lnSpc>
              <a:spcBef>
                <a:spcPts val="95"/>
              </a:spcBef>
            </a:pPr>
            <a:r>
              <a:rPr sz="3200" dirty="0">
                <a:solidFill>
                  <a:srgbClr val="DCDCAA"/>
                </a:solidFill>
                <a:latin typeface="Consolas"/>
                <a:cs typeface="Consolas"/>
              </a:rPr>
              <a:t>\section</a:t>
            </a:r>
            <a:r>
              <a:rPr sz="3200" dirty="0">
                <a:solidFill>
                  <a:srgbClr val="D3D3D3"/>
                </a:solidFill>
                <a:latin typeface="Consolas"/>
                <a:cs typeface="Consolas"/>
              </a:rPr>
              <a:t>{Writing</a:t>
            </a:r>
            <a:r>
              <a:rPr sz="3200" spc="-204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3200" dirty="0">
                <a:solidFill>
                  <a:srgbClr val="D3D3D3"/>
                </a:solidFill>
                <a:latin typeface="Consolas"/>
                <a:cs typeface="Consolas"/>
              </a:rPr>
              <a:t>Special</a:t>
            </a:r>
            <a:r>
              <a:rPr sz="3200" spc="-204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3200" spc="-10" dirty="0">
                <a:solidFill>
                  <a:srgbClr val="D3D3D3"/>
                </a:solidFill>
                <a:latin typeface="Consolas"/>
                <a:cs typeface="Consolas"/>
              </a:rPr>
              <a:t>Characters} </a:t>
            </a:r>
            <a:r>
              <a:rPr sz="3200" dirty="0">
                <a:solidFill>
                  <a:srgbClr val="D3D3D3"/>
                </a:solidFill>
                <a:latin typeface="Consolas"/>
                <a:cs typeface="Consolas"/>
              </a:rPr>
              <a:t>Statement</a:t>
            </a:r>
            <a:r>
              <a:rPr sz="3200" spc="-15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3200" spc="-20" dirty="0">
                <a:solidFill>
                  <a:srgbClr val="D6B97C"/>
                </a:solidFill>
                <a:latin typeface="Consolas"/>
                <a:cs typeface="Consolas"/>
              </a:rPr>
              <a:t>\#</a:t>
            </a:r>
            <a:r>
              <a:rPr sz="3200" spc="-20" dirty="0">
                <a:solidFill>
                  <a:srgbClr val="D3D3D3"/>
                </a:solidFill>
                <a:latin typeface="Consolas"/>
                <a:cs typeface="Consolas"/>
              </a:rPr>
              <a:t>1:</a:t>
            </a:r>
            <a:endParaRPr sz="32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sz="3200" dirty="0">
                <a:solidFill>
                  <a:srgbClr val="D3D3D3"/>
                </a:solidFill>
                <a:latin typeface="Consolas"/>
                <a:cs typeface="Consolas"/>
              </a:rPr>
              <a:t>50</a:t>
            </a:r>
            <a:r>
              <a:rPr sz="3200" dirty="0">
                <a:solidFill>
                  <a:srgbClr val="D6B97C"/>
                </a:solidFill>
                <a:latin typeface="Consolas"/>
                <a:cs typeface="Consolas"/>
              </a:rPr>
              <a:t>\%</a:t>
            </a:r>
            <a:r>
              <a:rPr sz="3200" spc="-15" dirty="0">
                <a:solidFill>
                  <a:srgbClr val="D6B97C"/>
                </a:solidFill>
                <a:latin typeface="Consolas"/>
                <a:cs typeface="Consolas"/>
              </a:rPr>
              <a:t> </a:t>
            </a:r>
            <a:r>
              <a:rPr sz="3200" dirty="0">
                <a:solidFill>
                  <a:srgbClr val="D3D3D3"/>
                </a:solidFill>
                <a:latin typeface="Consolas"/>
                <a:cs typeface="Consolas"/>
              </a:rPr>
              <a:t>of</a:t>
            </a:r>
            <a:r>
              <a:rPr sz="3200" spc="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3200" dirty="0">
                <a:solidFill>
                  <a:srgbClr val="D6B97C"/>
                </a:solidFill>
                <a:latin typeface="Consolas"/>
                <a:cs typeface="Consolas"/>
              </a:rPr>
              <a:t>\$</a:t>
            </a:r>
            <a:r>
              <a:rPr sz="3200" dirty="0">
                <a:solidFill>
                  <a:srgbClr val="D3D3D3"/>
                </a:solidFill>
                <a:latin typeface="Consolas"/>
                <a:cs typeface="Consolas"/>
              </a:rPr>
              <a:t>100</a:t>
            </a:r>
            <a:r>
              <a:rPr sz="3200" spc="-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3200" dirty="0">
                <a:solidFill>
                  <a:srgbClr val="D3D3D3"/>
                </a:solidFill>
                <a:latin typeface="Consolas"/>
                <a:cs typeface="Consolas"/>
              </a:rPr>
              <a:t>makes</a:t>
            </a:r>
            <a:r>
              <a:rPr sz="3200" spc="-1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3200" spc="-10" dirty="0">
                <a:solidFill>
                  <a:srgbClr val="D6B97C"/>
                </a:solidFill>
                <a:latin typeface="Consolas"/>
                <a:cs typeface="Consolas"/>
              </a:rPr>
              <a:t>\$</a:t>
            </a:r>
            <a:r>
              <a:rPr sz="3200" spc="-10" dirty="0">
                <a:solidFill>
                  <a:srgbClr val="D3D3D3"/>
                </a:solidFill>
                <a:latin typeface="Consolas"/>
                <a:cs typeface="Consolas"/>
              </a:rPr>
              <a:t>50.</a:t>
            </a:r>
            <a:endParaRPr sz="32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415"/>
              </a:spcBef>
            </a:pPr>
            <a:r>
              <a:rPr sz="3200" spc="-25" dirty="0">
                <a:solidFill>
                  <a:srgbClr val="C585C0"/>
                </a:solidFill>
                <a:latin typeface="Consolas"/>
                <a:cs typeface="Consolas"/>
              </a:rPr>
              <a:t>\\</a:t>
            </a:r>
            <a:endParaRPr sz="32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sz="3200" dirty="0">
                <a:solidFill>
                  <a:srgbClr val="D3D3D3"/>
                </a:solidFill>
                <a:latin typeface="Consolas"/>
                <a:cs typeface="Consolas"/>
              </a:rPr>
              <a:t>More</a:t>
            </a:r>
            <a:r>
              <a:rPr sz="3200" spc="-7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3200" dirty="0">
                <a:solidFill>
                  <a:srgbClr val="D3D3D3"/>
                </a:solidFill>
                <a:latin typeface="Consolas"/>
                <a:cs typeface="Consolas"/>
              </a:rPr>
              <a:t>special</a:t>
            </a:r>
            <a:r>
              <a:rPr sz="3200" spc="-7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3200" dirty="0">
                <a:solidFill>
                  <a:srgbClr val="D3D3D3"/>
                </a:solidFill>
                <a:latin typeface="Consolas"/>
                <a:cs typeface="Consolas"/>
              </a:rPr>
              <a:t>symbols</a:t>
            </a:r>
            <a:r>
              <a:rPr sz="3200" spc="-7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3200" dirty="0">
                <a:solidFill>
                  <a:srgbClr val="D3D3D3"/>
                </a:solidFill>
                <a:latin typeface="Consolas"/>
                <a:cs typeface="Consolas"/>
              </a:rPr>
              <a:t>are</a:t>
            </a:r>
            <a:r>
              <a:rPr sz="3200" spc="-7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3200" dirty="0">
                <a:solidFill>
                  <a:srgbClr val="D6B97C"/>
                </a:solidFill>
                <a:latin typeface="Consolas"/>
                <a:cs typeface="Consolas"/>
              </a:rPr>
              <a:t>\&amp;</a:t>
            </a:r>
            <a:r>
              <a:rPr sz="3200" dirty="0">
                <a:solidFill>
                  <a:srgbClr val="D3D3D3"/>
                </a:solidFill>
                <a:latin typeface="Consolas"/>
                <a:cs typeface="Consolas"/>
              </a:rPr>
              <a:t>,</a:t>
            </a:r>
            <a:r>
              <a:rPr sz="3200" spc="-6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3200" dirty="0">
                <a:solidFill>
                  <a:srgbClr val="D6B97C"/>
                </a:solidFill>
                <a:latin typeface="Consolas"/>
                <a:cs typeface="Consolas"/>
              </a:rPr>
              <a:t>\_</a:t>
            </a:r>
            <a:r>
              <a:rPr sz="3200" dirty="0">
                <a:solidFill>
                  <a:srgbClr val="D3D3D3"/>
                </a:solidFill>
                <a:latin typeface="Consolas"/>
                <a:cs typeface="Consolas"/>
              </a:rPr>
              <a:t>,</a:t>
            </a:r>
            <a:r>
              <a:rPr sz="3200" spc="-7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3200" dirty="0">
                <a:solidFill>
                  <a:srgbClr val="D6B97C"/>
                </a:solidFill>
                <a:latin typeface="Consolas"/>
                <a:cs typeface="Consolas"/>
              </a:rPr>
              <a:t>\{</a:t>
            </a:r>
            <a:r>
              <a:rPr sz="3200" spc="-75" dirty="0">
                <a:solidFill>
                  <a:srgbClr val="D6B97C"/>
                </a:solidFill>
                <a:latin typeface="Consolas"/>
                <a:cs typeface="Consolas"/>
              </a:rPr>
              <a:t> </a:t>
            </a:r>
            <a:r>
              <a:rPr sz="3200" dirty="0">
                <a:solidFill>
                  <a:srgbClr val="D3D3D3"/>
                </a:solidFill>
                <a:latin typeface="Consolas"/>
                <a:cs typeface="Consolas"/>
              </a:rPr>
              <a:t>and</a:t>
            </a:r>
            <a:r>
              <a:rPr sz="3200" spc="-6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3200" spc="-25" dirty="0">
                <a:solidFill>
                  <a:srgbClr val="D6B97C"/>
                </a:solidFill>
                <a:latin typeface="Consolas"/>
                <a:cs typeface="Consolas"/>
              </a:rPr>
              <a:t>\}</a:t>
            </a:r>
            <a:r>
              <a:rPr sz="3200" spc="-25" dirty="0">
                <a:solidFill>
                  <a:srgbClr val="D3D3D3"/>
                </a:solidFill>
                <a:latin typeface="Consolas"/>
                <a:cs typeface="Consolas"/>
              </a:rPr>
              <a:t>.</a:t>
            </a:r>
            <a:endParaRPr sz="32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415"/>
              </a:spcBef>
            </a:pPr>
            <a:r>
              <a:rPr sz="3200" spc="-25" dirty="0">
                <a:solidFill>
                  <a:srgbClr val="C585C0"/>
                </a:solidFill>
                <a:latin typeface="Consolas"/>
                <a:cs typeface="Consolas"/>
              </a:rPr>
              <a:t>\\</a:t>
            </a:r>
            <a:endParaRPr sz="32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sz="3200" spc="-10" dirty="0">
                <a:solidFill>
                  <a:srgbClr val="DCDCAA"/>
                </a:solidFill>
                <a:latin typeface="Consolas"/>
                <a:cs typeface="Consolas"/>
              </a:rPr>
              <a:t>\textbackslash</a:t>
            </a:r>
            <a:endParaRPr sz="3200">
              <a:latin typeface="Consolas"/>
              <a:cs typeface="Consola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75485">
              <a:lnSpc>
                <a:spcPct val="100000"/>
              </a:lnSpc>
              <a:spcBef>
                <a:spcPts val="100"/>
              </a:spcBef>
            </a:pPr>
            <a:r>
              <a:rPr dirty="0"/>
              <a:t>Writing</a:t>
            </a:r>
            <a:r>
              <a:rPr spc="-100" dirty="0"/>
              <a:t> </a:t>
            </a:r>
            <a:r>
              <a:rPr dirty="0"/>
              <a:t>Special</a:t>
            </a:r>
            <a:r>
              <a:rPr spc="-65" dirty="0"/>
              <a:t> </a:t>
            </a:r>
            <a:r>
              <a:rPr spc="-10" dirty="0"/>
              <a:t>Characters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75485">
              <a:lnSpc>
                <a:spcPct val="100000"/>
              </a:lnSpc>
              <a:spcBef>
                <a:spcPts val="100"/>
              </a:spcBef>
            </a:pPr>
            <a:r>
              <a:rPr dirty="0"/>
              <a:t>Writing</a:t>
            </a:r>
            <a:r>
              <a:rPr spc="-100" dirty="0"/>
              <a:t> </a:t>
            </a:r>
            <a:r>
              <a:rPr dirty="0"/>
              <a:t>Special</a:t>
            </a:r>
            <a:r>
              <a:rPr spc="-65" dirty="0"/>
              <a:t> </a:t>
            </a:r>
            <a:r>
              <a:rPr spc="-10" dirty="0"/>
              <a:t>Characters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63573" y="1677161"/>
            <a:ext cx="8785352" cy="277202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9563" rIns="0" bIns="0" rtlCol="0">
            <a:spAutoFit/>
          </a:bodyPr>
          <a:lstStyle/>
          <a:p>
            <a:pPr marL="1711960">
              <a:lnSpc>
                <a:spcPct val="100000"/>
              </a:lnSpc>
              <a:spcBef>
                <a:spcPts val="100"/>
              </a:spcBef>
            </a:pPr>
            <a:r>
              <a:rPr dirty="0"/>
              <a:t>Bolds,</a:t>
            </a:r>
            <a:r>
              <a:rPr spc="-90" dirty="0"/>
              <a:t> </a:t>
            </a:r>
            <a:r>
              <a:rPr dirty="0"/>
              <a:t>Italics</a:t>
            </a:r>
            <a:r>
              <a:rPr spc="-80" dirty="0"/>
              <a:t> </a:t>
            </a:r>
            <a:r>
              <a:rPr dirty="0"/>
              <a:t>and</a:t>
            </a:r>
            <a:r>
              <a:rPr spc="-80" dirty="0"/>
              <a:t> </a:t>
            </a:r>
            <a:r>
              <a:rPr spc="-10" dirty="0"/>
              <a:t>Underlining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20344" y="1266189"/>
            <a:ext cx="10545445" cy="44170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solidFill>
                  <a:srgbClr val="D3D3D3"/>
                </a:solidFill>
                <a:latin typeface="Consolas"/>
                <a:cs typeface="Consolas"/>
              </a:rPr>
              <a:t>Text</a:t>
            </a:r>
            <a:r>
              <a:rPr sz="3200" spc="-5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3200" dirty="0">
                <a:solidFill>
                  <a:srgbClr val="D3D3D3"/>
                </a:solidFill>
                <a:latin typeface="Consolas"/>
                <a:cs typeface="Consolas"/>
              </a:rPr>
              <a:t>can</a:t>
            </a:r>
            <a:r>
              <a:rPr sz="3200" spc="-5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3200" dirty="0">
                <a:solidFill>
                  <a:srgbClr val="D3D3D3"/>
                </a:solidFill>
                <a:latin typeface="Consolas"/>
                <a:cs typeface="Consolas"/>
              </a:rPr>
              <a:t>be</a:t>
            </a:r>
            <a:r>
              <a:rPr sz="3200" spc="-5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3200" spc="-10" dirty="0">
                <a:solidFill>
                  <a:srgbClr val="DCDCAA"/>
                </a:solidFill>
                <a:latin typeface="Consolas"/>
                <a:cs typeface="Consolas"/>
              </a:rPr>
              <a:t>\emph</a:t>
            </a:r>
            <a:r>
              <a:rPr sz="3200" spc="-10" dirty="0">
                <a:solidFill>
                  <a:srgbClr val="D3D3D3"/>
                </a:solidFill>
                <a:latin typeface="Consolas"/>
                <a:cs typeface="Consolas"/>
              </a:rPr>
              <a:t>{</a:t>
            </a:r>
            <a:r>
              <a:rPr sz="3200" i="1" spc="-10" dirty="0">
                <a:solidFill>
                  <a:srgbClr val="D3D3D3"/>
                </a:solidFill>
                <a:latin typeface="Consolas"/>
                <a:cs typeface="Consolas"/>
              </a:rPr>
              <a:t>emphasized</a:t>
            </a:r>
            <a:r>
              <a:rPr sz="3200" spc="-10" dirty="0">
                <a:solidFill>
                  <a:srgbClr val="D3D3D3"/>
                </a:solidFill>
                <a:latin typeface="Consolas"/>
                <a:cs typeface="Consolas"/>
              </a:rPr>
              <a:t>}.</a:t>
            </a:r>
            <a:r>
              <a:rPr sz="3200" spc="-10" dirty="0">
                <a:solidFill>
                  <a:srgbClr val="C585C0"/>
                </a:solidFill>
                <a:latin typeface="Consolas"/>
                <a:cs typeface="Consolas"/>
              </a:rPr>
              <a:t>\\</a:t>
            </a:r>
            <a:endParaRPr sz="32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32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3200" dirty="0">
                <a:solidFill>
                  <a:srgbClr val="DCDCAA"/>
                </a:solidFill>
                <a:latin typeface="Consolas"/>
                <a:cs typeface="Consolas"/>
              </a:rPr>
              <a:t>\textit</a:t>
            </a:r>
            <a:r>
              <a:rPr sz="3200" dirty="0">
                <a:solidFill>
                  <a:srgbClr val="D3D3D3"/>
                </a:solidFill>
                <a:latin typeface="Consolas"/>
                <a:cs typeface="Consolas"/>
              </a:rPr>
              <a:t>{</a:t>
            </a:r>
            <a:r>
              <a:rPr sz="3200" i="1" dirty="0">
                <a:solidFill>
                  <a:srgbClr val="D3D3D3"/>
                </a:solidFill>
                <a:latin typeface="Consolas"/>
                <a:cs typeface="Consolas"/>
              </a:rPr>
              <a:t>italic</a:t>
            </a:r>
            <a:r>
              <a:rPr sz="3200" dirty="0">
                <a:solidFill>
                  <a:srgbClr val="D3D3D3"/>
                </a:solidFill>
                <a:latin typeface="Consolas"/>
                <a:cs typeface="Consolas"/>
              </a:rPr>
              <a:t>}</a:t>
            </a:r>
            <a:r>
              <a:rPr sz="3200" spc="-12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3200" dirty="0">
                <a:solidFill>
                  <a:srgbClr val="D3D3D3"/>
                </a:solidFill>
                <a:latin typeface="Consolas"/>
                <a:cs typeface="Consolas"/>
              </a:rPr>
              <a:t>words</a:t>
            </a:r>
            <a:r>
              <a:rPr sz="3200" spc="-12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3200" dirty="0">
                <a:solidFill>
                  <a:srgbClr val="D3D3D3"/>
                </a:solidFill>
                <a:latin typeface="Consolas"/>
                <a:cs typeface="Consolas"/>
              </a:rPr>
              <a:t>could</a:t>
            </a:r>
            <a:r>
              <a:rPr sz="3200" spc="-12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3200" dirty="0">
                <a:solidFill>
                  <a:srgbClr val="D3D3D3"/>
                </a:solidFill>
                <a:latin typeface="Consolas"/>
                <a:cs typeface="Consolas"/>
              </a:rPr>
              <a:t>be</a:t>
            </a:r>
            <a:r>
              <a:rPr sz="3200" spc="-12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3200" spc="-10" dirty="0">
                <a:solidFill>
                  <a:srgbClr val="DCDCAA"/>
                </a:solidFill>
                <a:latin typeface="Consolas"/>
                <a:cs typeface="Consolas"/>
              </a:rPr>
              <a:t>\textbf</a:t>
            </a:r>
            <a:r>
              <a:rPr sz="3200" spc="-10" dirty="0">
                <a:solidFill>
                  <a:srgbClr val="D3D3D3"/>
                </a:solidFill>
                <a:latin typeface="Consolas"/>
                <a:cs typeface="Consolas"/>
              </a:rPr>
              <a:t>{</a:t>
            </a:r>
            <a:r>
              <a:rPr sz="3200" b="1" spc="-10" dirty="0">
                <a:solidFill>
                  <a:srgbClr val="559CD5"/>
                </a:solidFill>
                <a:latin typeface="Consolas"/>
                <a:cs typeface="Consolas"/>
              </a:rPr>
              <a:t>bold</a:t>
            </a:r>
            <a:r>
              <a:rPr sz="3200" spc="-10" dirty="0">
                <a:solidFill>
                  <a:srgbClr val="D3D3D3"/>
                </a:solidFill>
                <a:latin typeface="Consolas"/>
                <a:cs typeface="Consolas"/>
              </a:rPr>
              <a:t>}.</a:t>
            </a:r>
            <a:r>
              <a:rPr sz="3200" spc="-10" dirty="0">
                <a:solidFill>
                  <a:srgbClr val="C585C0"/>
                </a:solidFill>
                <a:latin typeface="Consolas"/>
                <a:cs typeface="Consolas"/>
              </a:rPr>
              <a:t>\\</a:t>
            </a:r>
            <a:endParaRPr sz="3200">
              <a:latin typeface="Consolas"/>
              <a:cs typeface="Consolas"/>
            </a:endParaRPr>
          </a:p>
          <a:p>
            <a:pPr marL="12700" marR="452755">
              <a:lnSpc>
                <a:spcPts val="7680"/>
              </a:lnSpc>
              <a:spcBef>
                <a:spcPts val="894"/>
              </a:spcBef>
            </a:pPr>
            <a:r>
              <a:rPr sz="3200" dirty="0">
                <a:solidFill>
                  <a:srgbClr val="DCDCAA"/>
                </a:solidFill>
                <a:latin typeface="Consolas"/>
                <a:cs typeface="Consolas"/>
              </a:rPr>
              <a:t>\textsl</a:t>
            </a:r>
            <a:r>
              <a:rPr sz="3200" dirty="0">
                <a:solidFill>
                  <a:srgbClr val="D3D3D3"/>
                </a:solidFill>
                <a:latin typeface="Consolas"/>
                <a:cs typeface="Consolas"/>
              </a:rPr>
              <a:t>{slanted}</a:t>
            </a:r>
            <a:r>
              <a:rPr sz="3200" spc="-15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3200" dirty="0">
                <a:solidFill>
                  <a:srgbClr val="D3D3D3"/>
                </a:solidFill>
                <a:latin typeface="Consolas"/>
                <a:cs typeface="Consolas"/>
              </a:rPr>
              <a:t>or</a:t>
            </a:r>
            <a:r>
              <a:rPr sz="3200" spc="-15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3200" dirty="0">
                <a:solidFill>
                  <a:srgbClr val="D3D3D3"/>
                </a:solidFill>
                <a:latin typeface="Consolas"/>
                <a:cs typeface="Consolas"/>
              </a:rPr>
              <a:t>in</a:t>
            </a:r>
            <a:r>
              <a:rPr sz="3200" spc="-14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3200" dirty="0">
                <a:solidFill>
                  <a:srgbClr val="DCDCAA"/>
                </a:solidFill>
                <a:latin typeface="Consolas"/>
                <a:cs typeface="Consolas"/>
              </a:rPr>
              <a:t>\textsc</a:t>
            </a:r>
            <a:r>
              <a:rPr sz="3200" dirty="0">
                <a:solidFill>
                  <a:srgbClr val="D3D3D3"/>
                </a:solidFill>
                <a:latin typeface="Consolas"/>
                <a:cs typeface="Consolas"/>
              </a:rPr>
              <a:t>{Small</a:t>
            </a:r>
            <a:r>
              <a:rPr sz="3200" spc="-15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3200" spc="-10" dirty="0">
                <a:solidFill>
                  <a:srgbClr val="D3D3D3"/>
                </a:solidFill>
                <a:latin typeface="Consolas"/>
                <a:cs typeface="Consolas"/>
              </a:rPr>
              <a:t>Caps}.</a:t>
            </a:r>
            <a:r>
              <a:rPr sz="3200" spc="-10" dirty="0">
                <a:solidFill>
                  <a:srgbClr val="C585C0"/>
                </a:solidFill>
                <a:latin typeface="Consolas"/>
                <a:cs typeface="Consolas"/>
              </a:rPr>
              <a:t>\\ </a:t>
            </a:r>
            <a:r>
              <a:rPr sz="3200" dirty="0">
                <a:solidFill>
                  <a:srgbClr val="D3D3D3"/>
                </a:solidFill>
                <a:latin typeface="Consolas"/>
                <a:cs typeface="Consolas"/>
              </a:rPr>
              <a:t>Commands</a:t>
            </a:r>
            <a:r>
              <a:rPr sz="3200" spc="-8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3200" dirty="0">
                <a:solidFill>
                  <a:srgbClr val="D3D3D3"/>
                </a:solidFill>
                <a:latin typeface="Consolas"/>
                <a:cs typeface="Consolas"/>
              </a:rPr>
              <a:t>can</a:t>
            </a:r>
            <a:r>
              <a:rPr sz="3200" spc="-7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3200" dirty="0">
                <a:solidFill>
                  <a:srgbClr val="D3D3D3"/>
                </a:solidFill>
                <a:latin typeface="Consolas"/>
                <a:cs typeface="Consolas"/>
              </a:rPr>
              <a:t>be</a:t>
            </a:r>
            <a:r>
              <a:rPr sz="3200" spc="-6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3200" spc="-10" dirty="0">
                <a:solidFill>
                  <a:srgbClr val="DCDCAA"/>
                </a:solidFill>
                <a:latin typeface="Consolas"/>
                <a:cs typeface="Consolas"/>
              </a:rPr>
              <a:t>\textit</a:t>
            </a:r>
            <a:r>
              <a:rPr sz="3200" spc="-10" dirty="0">
                <a:solidFill>
                  <a:srgbClr val="D3D3D3"/>
                </a:solidFill>
                <a:latin typeface="Consolas"/>
                <a:cs typeface="Consolas"/>
              </a:rPr>
              <a:t>{</a:t>
            </a:r>
            <a:r>
              <a:rPr sz="3200" i="1" spc="-10" dirty="0">
                <a:solidFill>
                  <a:srgbClr val="DCDCAA"/>
                </a:solidFill>
                <a:latin typeface="Consolas"/>
                <a:cs typeface="Consolas"/>
              </a:rPr>
              <a:t>\textbf</a:t>
            </a:r>
            <a:r>
              <a:rPr sz="3200" i="1" spc="-10" dirty="0">
                <a:solidFill>
                  <a:srgbClr val="D3D3D3"/>
                </a:solidFill>
                <a:latin typeface="Consolas"/>
                <a:cs typeface="Consolas"/>
              </a:rPr>
              <a:t>{</a:t>
            </a:r>
            <a:r>
              <a:rPr sz="3200" b="1" spc="-10" dirty="0">
                <a:solidFill>
                  <a:srgbClr val="559CD5"/>
                </a:solidFill>
                <a:latin typeface="Consolas"/>
                <a:cs typeface="Consolas"/>
              </a:rPr>
              <a:t>nested</a:t>
            </a:r>
            <a:r>
              <a:rPr sz="3200" i="1" spc="-10" dirty="0">
                <a:solidFill>
                  <a:srgbClr val="D3D3D3"/>
                </a:solidFill>
                <a:latin typeface="Consolas"/>
                <a:cs typeface="Consolas"/>
              </a:rPr>
              <a:t>}</a:t>
            </a:r>
            <a:r>
              <a:rPr sz="3200" spc="-10" dirty="0">
                <a:solidFill>
                  <a:srgbClr val="D3D3D3"/>
                </a:solidFill>
                <a:latin typeface="Consolas"/>
                <a:cs typeface="Consolas"/>
              </a:rPr>
              <a:t>}.</a:t>
            </a:r>
            <a:r>
              <a:rPr sz="3200" spc="-10" dirty="0">
                <a:solidFill>
                  <a:srgbClr val="C585C0"/>
                </a:solidFill>
                <a:latin typeface="Consolas"/>
                <a:cs typeface="Consolas"/>
              </a:rPr>
              <a:t>\\</a:t>
            </a:r>
            <a:endParaRPr sz="32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2950"/>
              </a:spcBef>
            </a:pPr>
            <a:r>
              <a:rPr sz="3200" dirty="0">
                <a:solidFill>
                  <a:srgbClr val="DCDCAA"/>
                </a:solidFill>
                <a:latin typeface="Consolas"/>
                <a:cs typeface="Consolas"/>
              </a:rPr>
              <a:t>\emph</a:t>
            </a:r>
            <a:r>
              <a:rPr sz="3200" dirty="0">
                <a:solidFill>
                  <a:srgbClr val="D3D3D3"/>
                </a:solidFill>
                <a:latin typeface="Consolas"/>
                <a:cs typeface="Consolas"/>
              </a:rPr>
              <a:t>{</a:t>
            </a:r>
            <a:r>
              <a:rPr sz="3200" i="1" dirty="0">
                <a:solidFill>
                  <a:srgbClr val="D3D3D3"/>
                </a:solidFill>
                <a:latin typeface="Consolas"/>
                <a:cs typeface="Consolas"/>
              </a:rPr>
              <a:t>Here</a:t>
            </a:r>
            <a:r>
              <a:rPr sz="3200" i="1" spc="-3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3200" i="1" dirty="0">
                <a:solidFill>
                  <a:srgbClr val="DCDCAA"/>
                </a:solidFill>
                <a:latin typeface="Consolas"/>
                <a:cs typeface="Consolas"/>
              </a:rPr>
              <a:t>\emph</a:t>
            </a:r>
            <a:r>
              <a:rPr sz="3200" i="1" dirty="0">
                <a:solidFill>
                  <a:srgbClr val="D3D3D3"/>
                </a:solidFill>
                <a:latin typeface="Consolas"/>
                <a:cs typeface="Consolas"/>
              </a:rPr>
              <a:t>{emphasizing}</a:t>
            </a:r>
            <a:r>
              <a:rPr sz="3200" i="1" spc="-3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3200" i="1" spc="-10" dirty="0">
                <a:solidFill>
                  <a:srgbClr val="D3D3D3"/>
                </a:solidFill>
                <a:latin typeface="Consolas"/>
                <a:cs typeface="Consolas"/>
              </a:rPr>
              <a:t>nested.</a:t>
            </a:r>
            <a:r>
              <a:rPr sz="3200" spc="-10" dirty="0">
                <a:solidFill>
                  <a:srgbClr val="D3D3D3"/>
                </a:solidFill>
                <a:latin typeface="Consolas"/>
                <a:cs typeface="Consolas"/>
              </a:rPr>
              <a:t>}</a:t>
            </a:r>
            <a:endParaRPr sz="32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9563" rIns="0" bIns="0" rtlCol="0">
            <a:spAutoFit/>
          </a:bodyPr>
          <a:lstStyle/>
          <a:p>
            <a:pPr marL="1711960">
              <a:lnSpc>
                <a:spcPct val="100000"/>
              </a:lnSpc>
              <a:spcBef>
                <a:spcPts val="100"/>
              </a:spcBef>
            </a:pPr>
            <a:r>
              <a:rPr dirty="0"/>
              <a:t>Bolds,</a:t>
            </a:r>
            <a:r>
              <a:rPr spc="-90" dirty="0"/>
              <a:t> </a:t>
            </a:r>
            <a:r>
              <a:rPr dirty="0"/>
              <a:t>Italics</a:t>
            </a:r>
            <a:r>
              <a:rPr spc="-80" dirty="0"/>
              <a:t> </a:t>
            </a:r>
            <a:r>
              <a:rPr dirty="0"/>
              <a:t>and</a:t>
            </a:r>
            <a:r>
              <a:rPr spc="-80" dirty="0"/>
              <a:t> </a:t>
            </a:r>
            <a:r>
              <a:rPr spc="-10" dirty="0"/>
              <a:t>Underlining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55926" y="2084577"/>
            <a:ext cx="7479665" cy="321881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0406" rIns="0" bIns="0" rtlCol="0">
            <a:spAutoFit/>
          </a:bodyPr>
          <a:lstStyle/>
          <a:p>
            <a:pPr marL="3395979">
              <a:lnSpc>
                <a:spcPct val="100000"/>
              </a:lnSpc>
              <a:spcBef>
                <a:spcPts val="100"/>
              </a:spcBef>
            </a:pPr>
            <a:r>
              <a:rPr dirty="0"/>
              <a:t>Fonts</a:t>
            </a:r>
            <a:r>
              <a:rPr spc="-120" dirty="0"/>
              <a:t> </a:t>
            </a:r>
            <a:r>
              <a:rPr spc="-10" dirty="0"/>
              <a:t>Sizes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8819" y="1363941"/>
            <a:ext cx="4635627" cy="499783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842761" y="1390167"/>
            <a:ext cx="5385943" cy="4928743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0152" rIns="0" bIns="0" rtlCol="0">
            <a:spAutoFit/>
          </a:bodyPr>
          <a:lstStyle/>
          <a:p>
            <a:pPr marL="3089910">
              <a:lnSpc>
                <a:spcPct val="100000"/>
              </a:lnSpc>
              <a:spcBef>
                <a:spcPts val="100"/>
              </a:spcBef>
            </a:pPr>
            <a:r>
              <a:rPr dirty="0"/>
              <a:t>Fonts</a:t>
            </a:r>
            <a:r>
              <a:rPr spc="-110" dirty="0"/>
              <a:t> </a:t>
            </a:r>
            <a:r>
              <a:rPr spc="-10" dirty="0"/>
              <a:t>Families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1683" y="1545844"/>
            <a:ext cx="11120882" cy="364032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3278" rIns="0" bIns="0" rtlCol="0">
            <a:spAutoFit/>
          </a:bodyPr>
          <a:lstStyle/>
          <a:p>
            <a:pPr marL="3301365">
              <a:lnSpc>
                <a:spcPct val="100000"/>
              </a:lnSpc>
              <a:spcBef>
                <a:spcPts val="100"/>
              </a:spcBef>
            </a:pPr>
            <a:r>
              <a:rPr dirty="0"/>
              <a:t>Fonts</a:t>
            </a:r>
            <a:r>
              <a:rPr spc="-110" dirty="0"/>
              <a:t> </a:t>
            </a:r>
            <a:r>
              <a:rPr spc="-10" dirty="0"/>
              <a:t>Styles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5899" y="1339761"/>
            <a:ext cx="10893806" cy="4758182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3278" rIns="0" bIns="0" rtlCol="0">
            <a:spAutoFit/>
          </a:bodyPr>
          <a:lstStyle/>
          <a:p>
            <a:pPr marL="2926715">
              <a:lnSpc>
                <a:spcPct val="100000"/>
              </a:lnSpc>
              <a:spcBef>
                <a:spcPts val="100"/>
              </a:spcBef>
            </a:pPr>
            <a:r>
              <a:rPr spc="-75" dirty="0"/>
              <a:t>Text</a:t>
            </a:r>
            <a:r>
              <a:rPr spc="-120" dirty="0"/>
              <a:t> </a:t>
            </a:r>
            <a:r>
              <a:rPr spc="-10" dirty="0"/>
              <a:t>Alignments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92912" y="1337259"/>
            <a:ext cx="4712970" cy="30130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solidFill>
                  <a:srgbClr val="DCDCAA"/>
                </a:solidFill>
                <a:latin typeface="Consolas"/>
                <a:cs typeface="Consolas"/>
              </a:rPr>
              <a:t>\begin</a:t>
            </a:r>
            <a:r>
              <a:rPr sz="2800" spc="-10" dirty="0">
                <a:solidFill>
                  <a:srgbClr val="D3D3D3"/>
                </a:solidFill>
                <a:latin typeface="Consolas"/>
                <a:cs typeface="Consolas"/>
              </a:rPr>
              <a:t>{</a:t>
            </a:r>
            <a:r>
              <a:rPr sz="2800" spc="-10" dirty="0">
                <a:solidFill>
                  <a:srgbClr val="9CDCFD"/>
                </a:solidFill>
                <a:latin typeface="Consolas"/>
                <a:cs typeface="Consolas"/>
              </a:rPr>
              <a:t>flushleft</a:t>
            </a:r>
            <a:r>
              <a:rPr sz="2800" spc="-10" dirty="0">
                <a:solidFill>
                  <a:srgbClr val="D3D3D3"/>
                </a:solidFill>
                <a:latin typeface="Consolas"/>
                <a:cs typeface="Consolas"/>
              </a:rPr>
              <a:t>}</a:t>
            </a:r>
            <a:endParaRPr sz="2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2800" dirty="0">
                <a:solidFill>
                  <a:srgbClr val="D3D3D3"/>
                </a:solidFill>
                <a:latin typeface="Consolas"/>
                <a:cs typeface="Consolas"/>
              </a:rPr>
              <a:t>This</a:t>
            </a:r>
            <a:r>
              <a:rPr sz="2800" spc="-6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D3D3D3"/>
                </a:solidFill>
                <a:latin typeface="Consolas"/>
                <a:cs typeface="Consolas"/>
              </a:rPr>
              <a:t>is</a:t>
            </a:r>
            <a:r>
              <a:rPr sz="2800" spc="-5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D3D3D3"/>
                </a:solidFill>
                <a:latin typeface="Consolas"/>
                <a:cs typeface="Consolas"/>
              </a:rPr>
              <a:t>left</a:t>
            </a:r>
            <a:r>
              <a:rPr sz="2800" spc="-6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2800" spc="-10" dirty="0">
                <a:solidFill>
                  <a:srgbClr val="D3D3D3"/>
                </a:solidFill>
                <a:latin typeface="Consolas"/>
                <a:cs typeface="Consolas"/>
              </a:rPr>
              <a:t>aligned.</a:t>
            </a:r>
            <a:r>
              <a:rPr sz="2800" spc="-10" dirty="0">
                <a:solidFill>
                  <a:srgbClr val="C585C0"/>
                </a:solidFill>
                <a:latin typeface="Consolas"/>
                <a:cs typeface="Consolas"/>
              </a:rPr>
              <a:t>\\</a:t>
            </a:r>
            <a:endParaRPr sz="2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2800" spc="-10" dirty="0">
                <a:solidFill>
                  <a:srgbClr val="DCDCAA"/>
                </a:solidFill>
                <a:latin typeface="Consolas"/>
                <a:cs typeface="Consolas"/>
              </a:rPr>
              <a:t>\end</a:t>
            </a:r>
            <a:r>
              <a:rPr sz="2800" spc="-10" dirty="0">
                <a:solidFill>
                  <a:srgbClr val="D3D3D3"/>
                </a:solidFill>
                <a:latin typeface="Consolas"/>
                <a:cs typeface="Consolas"/>
              </a:rPr>
              <a:t>{</a:t>
            </a:r>
            <a:r>
              <a:rPr sz="2800" spc="-10" dirty="0">
                <a:solidFill>
                  <a:srgbClr val="9CDCFD"/>
                </a:solidFill>
                <a:latin typeface="Consolas"/>
                <a:cs typeface="Consolas"/>
              </a:rPr>
              <a:t>flushleft</a:t>
            </a:r>
            <a:r>
              <a:rPr sz="2800" spc="-10" dirty="0">
                <a:solidFill>
                  <a:srgbClr val="D3D3D3"/>
                </a:solidFill>
                <a:latin typeface="Consolas"/>
                <a:cs typeface="Consolas"/>
              </a:rPr>
              <a:t>}</a:t>
            </a:r>
            <a:endParaRPr sz="2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2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2800" spc="-10" dirty="0">
                <a:solidFill>
                  <a:srgbClr val="DCDCAA"/>
                </a:solidFill>
                <a:latin typeface="Consolas"/>
                <a:cs typeface="Consolas"/>
              </a:rPr>
              <a:t>\begin</a:t>
            </a:r>
            <a:r>
              <a:rPr sz="2800" spc="-10" dirty="0">
                <a:solidFill>
                  <a:srgbClr val="D3D3D3"/>
                </a:solidFill>
                <a:latin typeface="Consolas"/>
                <a:cs typeface="Consolas"/>
              </a:rPr>
              <a:t>{</a:t>
            </a:r>
            <a:r>
              <a:rPr sz="2800" spc="-10" dirty="0">
                <a:solidFill>
                  <a:srgbClr val="9CDCFD"/>
                </a:solidFill>
                <a:latin typeface="Consolas"/>
                <a:cs typeface="Consolas"/>
              </a:rPr>
              <a:t>flushright</a:t>
            </a:r>
            <a:r>
              <a:rPr sz="2800" spc="-10" dirty="0">
                <a:solidFill>
                  <a:srgbClr val="D3D3D3"/>
                </a:solidFill>
                <a:latin typeface="Consolas"/>
                <a:cs typeface="Consolas"/>
              </a:rPr>
              <a:t>}</a:t>
            </a:r>
            <a:endParaRPr sz="2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2800" dirty="0">
                <a:solidFill>
                  <a:srgbClr val="D3D3D3"/>
                </a:solidFill>
                <a:latin typeface="Consolas"/>
                <a:cs typeface="Consolas"/>
              </a:rPr>
              <a:t>This</a:t>
            </a:r>
            <a:r>
              <a:rPr sz="2800" spc="-7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D3D3D3"/>
                </a:solidFill>
                <a:latin typeface="Consolas"/>
                <a:cs typeface="Consolas"/>
              </a:rPr>
              <a:t>is</a:t>
            </a:r>
            <a:r>
              <a:rPr sz="2800" spc="-6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D3D3D3"/>
                </a:solidFill>
                <a:latin typeface="Consolas"/>
                <a:cs typeface="Consolas"/>
              </a:rPr>
              <a:t>right</a:t>
            </a:r>
            <a:r>
              <a:rPr sz="2800" spc="-6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2800" spc="-10" dirty="0">
                <a:solidFill>
                  <a:srgbClr val="D3D3D3"/>
                </a:solidFill>
                <a:latin typeface="Consolas"/>
                <a:cs typeface="Consolas"/>
              </a:rPr>
              <a:t>aligned.</a:t>
            </a:r>
            <a:r>
              <a:rPr sz="2800" spc="-10" dirty="0">
                <a:solidFill>
                  <a:srgbClr val="C585C0"/>
                </a:solidFill>
                <a:latin typeface="Consolas"/>
                <a:cs typeface="Consolas"/>
              </a:rPr>
              <a:t>\\</a:t>
            </a:r>
            <a:endParaRPr sz="2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800" spc="-10" dirty="0">
                <a:solidFill>
                  <a:srgbClr val="DCDCAA"/>
                </a:solidFill>
                <a:latin typeface="Consolas"/>
                <a:cs typeface="Consolas"/>
              </a:rPr>
              <a:t>\end</a:t>
            </a:r>
            <a:r>
              <a:rPr sz="2800" spc="-10" dirty="0">
                <a:solidFill>
                  <a:srgbClr val="D3D3D3"/>
                </a:solidFill>
                <a:latin typeface="Consolas"/>
                <a:cs typeface="Consolas"/>
              </a:rPr>
              <a:t>{</a:t>
            </a:r>
            <a:r>
              <a:rPr sz="2800" spc="-10" dirty="0">
                <a:solidFill>
                  <a:srgbClr val="9CDCFD"/>
                </a:solidFill>
                <a:latin typeface="Consolas"/>
                <a:cs typeface="Consolas"/>
              </a:rPr>
              <a:t>flushright</a:t>
            </a:r>
            <a:r>
              <a:rPr sz="2800" spc="-10" dirty="0">
                <a:solidFill>
                  <a:srgbClr val="D3D3D3"/>
                </a:solidFill>
                <a:latin typeface="Consolas"/>
                <a:cs typeface="Consolas"/>
              </a:rPr>
              <a:t>}</a:t>
            </a:r>
            <a:endParaRPr sz="2800">
              <a:latin typeface="Consolas"/>
              <a:cs typeface="Consola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387210" y="1312240"/>
            <a:ext cx="4907280" cy="30130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solidFill>
                  <a:srgbClr val="DCDCAA"/>
                </a:solidFill>
                <a:latin typeface="Consolas"/>
                <a:cs typeface="Consolas"/>
              </a:rPr>
              <a:t>\begin</a:t>
            </a:r>
            <a:r>
              <a:rPr sz="2800" spc="-10" dirty="0">
                <a:solidFill>
                  <a:srgbClr val="D3D3D3"/>
                </a:solidFill>
                <a:latin typeface="Consolas"/>
                <a:cs typeface="Consolas"/>
              </a:rPr>
              <a:t>{</a:t>
            </a:r>
            <a:r>
              <a:rPr sz="2800" spc="-10" dirty="0">
                <a:solidFill>
                  <a:srgbClr val="9CDCFD"/>
                </a:solidFill>
                <a:latin typeface="Consolas"/>
                <a:cs typeface="Consolas"/>
              </a:rPr>
              <a:t>center</a:t>
            </a:r>
            <a:r>
              <a:rPr sz="2800" spc="-10" dirty="0">
                <a:solidFill>
                  <a:srgbClr val="D3D3D3"/>
                </a:solidFill>
                <a:latin typeface="Consolas"/>
                <a:cs typeface="Consolas"/>
              </a:rPr>
              <a:t>}</a:t>
            </a:r>
            <a:endParaRPr sz="2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2800" dirty="0">
                <a:solidFill>
                  <a:srgbClr val="D3D3D3"/>
                </a:solidFill>
                <a:latin typeface="Consolas"/>
                <a:cs typeface="Consolas"/>
              </a:rPr>
              <a:t>This</a:t>
            </a:r>
            <a:r>
              <a:rPr sz="2800" spc="-7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D3D3D3"/>
                </a:solidFill>
                <a:latin typeface="Consolas"/>
                <a:cs typeface="Consolas"/>
              </a:rPr>
              <a:t>is</a:t>
            </a:r>
            <a:r>
              <a:rPr sz="2800" spc="-6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D3D3D3"/>
                </a:solidFill>
                <a:latin typeface="Consolas"/>
                <a:cs typeface="Consolas"/>
              </a:rPr>
              <a:t>center</a:t>
            </a:r>
            <a:r>
              <a:rPr sz="2800" spc="-6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2800" spc="-10" dirty="0">
                <a:solidFill>
                  <a:srgbClr val="D3D3D3"/>
                </a:solidFill>
                <a:latin typeface="Consolas"/>
                <a:cs typeface="Consolas"/>
              </a:rPr>
              <a:t>aligned.</a:t>
            </a:r>
            <a:r>
              <a:rPr sz="2800" spc="-10" dirty="0">
                <a:solidFill>
                  <a:srgbClr val="C585C0"/>
                </a:solidFill>
                <a:latin typeface="Consolas"/>
                <a:cs typeface="Consolas"/>
              </a:rPr>
              <a:t>\\</a:t>
            </a:r>
            <a:endParaRPr sz="2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2800" spc="-10" dirty="0">
                <a:solidFill>
                  <a:srgbClr val="DCDCAA"/>
                </a:solidFill>
                <a:latin typeface="Consolas"/>
                <a:cs typeface="Consolas"/>
              </a:rPr>
              <a:t>\end</a:t>
            </a:r>
            <a:r>
              <a:rPr sz="2800" spc="-10" dirty="0">
                <a:solidFill>
                  <a:srgbClr val="D3D3D3"/>
                </a:solidFill>
                <a:latin typeface="Consolas"/>
                <a:cs typeface="Consolas"/>
              </a:rPr>
              <a:t>{</a:t>
            </a:r>
            <a:r>
              <a:rPr sz="2800" spc="-10" dirty="0">
                <a:solidFill>
                  <a:srgbClr val="9CDCFD"/>
                </a:solidFill>
                <a:latin typeface="Consolas"/>
                <a:cs typeface="Consolas"/>
              </a:rPr>
              <a:t>center</a:t>
            </a:r>
            <a:r>
              <a:rPr sz="2800" spc="-10" dirty="0">
                <a:solidFill>
                  <a:srgbClr val="D3D3D3"/>
                </a:solidFill>
                <a:latin typeface="Consolas"/>
                <a:cs typeface="Consolas"/>
              </a:rPr>
              <a:t>}</a:t>
            </a:r>
            <a:endParaRPr sz="2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2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2800" spc="-10" dirty="0">
                <a:solidFill>
                  <a:srgbClr val="DCDCAA"/>
                </a:solidFill>
                <a:latin typeface="Consolas"/>
                <a:cs typeface="Consolas"/>
              </a:rPr>
              <a:t>\begin</a:t>
            </a:r>
            <a:r>
              <a:rPr sz="2800" spc="-10" dirty="0">
                <a:solidFill>
                  <a:srgbClr val="D3D3D3"/>
                </a:solidFill>
                <a:latin typeface="Consolas"/>
                <a:cs typeface="Consolas"/>
              </a:rPr>
              <a:t>{</a:t>
            </a:r>
            <a:r>
              <a:rPr sz="2800" spc="-10" dirty="0">
                <a:solidFill>
                  <a:srgbClr val="9CDCFD"/>
                </a:solidFill>
                <a:latin typeface="Consolas"/>
                <a:cs typeface="Consolas"/>
              </a:rPr>
              <a:t>centering</a:t>
            </a:r>
            <a:r>
              <a:rPr sz="2800" spc="-10" dirty="0">
                <a:solidFill>
                  <a:srgbClr val="D3D3D3"/>
                </a:solidFill>
                <a:latin typeface="Consolas"/>
                <a:cs typeface="Consolas"/>
              </a:rPr>
              <a:t>}</a:t>
            </a:r>
            <a:endParaRPr sz="2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2800" dirty="0">
                <a:solidFill>
                  <a:srgbClr val="D3D3D3"/>
                </a:solidFill>
                <a:latin typeface="Consolas"/>
                <a:cs typeface="Consolas"/>
              </a:rPr>
              <a:t>This</a:t>
            </a:r>
            <a:r>
              <a:rPr sz="2800" spc="-7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D3D3D3"/>
                </a:solidFill>
                <a:latin typeface="Consolas"/>
                <a:cs typeface="Consolas"/>
              </a:rPr>
              <a:t>is</a:t>
            </a:r>
            <a:r>
              <a:rPr sz="2800" spc="-6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D3D3D3"/>
                </a:solidFill>
                <a:latin typeface="Consolas"/>
                <a:cs typeface="Consolas"/>
              </a:rPr>
              <a:t>a</a:t>
            </a:r>
            <a:r>
              <a:rPr sz="2800" spc="-6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D3D3D3"/>
                </a:solidFill>
                <a:latin typeface="Consolas"/>
                <a:cs typeface="Consolas"/>
              </a:rPr>
              <a:t>justified</a:t>
            </a:r>
            <a:r>
              <a:rPr sz="2800" spc="-7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2800" spc="-10" dirty="0">
                <a:solidFill>
                  <a:srgbClr val="D3D3D3"/>
                </a:solidFill>
                <a:latin typeface="Consolas"/>
                <a:cs typeface="Consolas"/>
              </a:rPr>
              <a:t>Text.</a:t>
            </a:r>
            <a:endParaRPr sz="2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800" spc="-10" dirty="0">
                <a:solidFill>
                  <a:srgbClr val="DCDCAA"/>
                </a:solidFill>
                <a:latin typeface="Consolas"/>
                <a:cs typeface="Consolas"/>
              </a:rPr>
              <a:t>\end</a:t>
            </a:r>
            <a:r>
              <a:rPr sz="2800" spc="-10" dirty="0">
                <a:solidFill>
                  <a:srgbClr val="D3D3D3"/>
                </a:solidFill>
                <a:latin typeface="Consolas"/>
                <a:cs typeface="Consolas"/>
              </a:rPr>
              <a:t>{</a:t>
            </a:r>
            <a:r>
              <a:rPr sz="2800" spc="-10" dirty="0">
                <a:solidFill>
                  <a:srgbClr val="9CDCFD"/>
                </a:solidFill>
                <a:latin typeface="Consolas"/>
                <a:cs typeface="Consolas"/>
              </a:rPr>
              <a:t>centering</a:t>
            </a:r>
            <a:r>
              <a:rPr sz="2800" spc="-10" dirty="0">
                <a:solidFill>
                  <a:srgbClr val="D3D3D3"/>
                </a:solidFill>
                <a:latin typeface="Consolas"/>
                <a:cs typeface="Consolas"/>
              </a:rPr>
              <a:t>}</a:t>
            </a:r>
            <a:endParaRPr sz="2800">
              <a:latin typeface="Consolas"/>
              <a:cs typeface="Consola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850254" y="1119632"/>
            <a:ext cx="0" cy="5169535"/>
          </a:xfrm>
          <a:custGeom>
            <a:avLst/>
            <a:gdLst/>
            <a:ahLst/>
            <a:cxnLst/>
            <a:rect l="l" t="t" r="r" b="b"/>
            <a:pathLst>
              <a:path h="5169535">
                <a:moveTo>
                  <a:pt x="0" y="0"/>
                </a:moveTo>
                <a:lnTo>
                  <a:pt x="0" y="5169204"/>
                </a:lnTo>
              </a:path>
            </a:pathLst>
          </a:custGeom>
          <a:ln w="28575">
            <a:solidFill>
              <a:srgbClr val="39AEB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3278" rIns="0" bIns="0" rtlCol="0">
            <a:spAutoFit/>
          </a:bodyPr>
          <a:lstStyle/>
          <a:p>
            <a:pPr marL="2926715">
              <a:lnSpc>
                <a:spcPct val="100000"/>
              </a:lnSpc>
              <a:spcBef>
                <a:spcPts val="100"/>
              </a:spcBef>
            </a:pPr>
            <a:r>
              <a:rPr spc="-75" dirty="0"/>
              <a:t>Text</a:t>
            </a:r>
            <a:r>
              <a:rPr spc="-120" dirty="0"/>
              <a:t> </a:t>
            </a:r>
            <a:r>
              <a:rPr spc="-10" dirty="0"/>
              <a:t>Alignments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1448" y="1434464"/>
            <a:ext cx="10760075" cy="3697097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3278" rIns="0" bIns="0" rtlCol="0">
            <a:spAutoFit/>
          </a:bodyPr>
          <a:lstStyle/>
          <a:p>
            <a:pPr marL="2594610">
              <a:lnSpc>
                <a:spcPct val="100000"/>
              </a:lnSpc>
              <a:spcBef>
                <a:spcPts val="100"/>
              </a:spcBef>
            </a:pPr>
            <a:r>
              <a:rPr dirty="0"/>
              <a:t>Custom</a:t>
            </a:r>
            <a:r>
              <a:rPr spc="-200" dirty="0"/>
              <a:t> </a:t>
            </a:r>
            <a:r>
              <a:rPr spc="-10" dirty="0"/>
              <a:t>Commands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2425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solidFill>
                  <a:srgbClr val="559CD5"/>
                </a:solidFill>
              </a:rPr>
              <a:t>\newcommand</a:t>
            </a:r>
            <a:r>
              <a:rPr sz="3200" dirty="0">
                <a:solidFill>
                  <a:srgbClr val="D3D3D3"/>
                </a:solidFill>
              </a:rPr>
              <a:t>{</a:t>
            </a:r>
            <a:r>
              <a:rPr sz="3200" dirty="0">
                <a:solidFill>
                  <a:srgbClr val="DCDCAA"/>
                </a:solidFill>
              </a:rPr>
              <a:t>\TUG</a:t>
            </a:r>
            <a:r>
              <a:rPr sz="3200" dirty="0">
                <a:solidFill>
                  <a:srgbClr val="D3D3D3"/>
                </a:solidFill>
              </a:rPr>
              <a:t>}{TeX</a:t>
            </a:r>
            <a:r>
              <a:rPr sz="3200" spc="-229" dirty="0">
                <a:solidFill>
                  <a:srgbClr val="D3D3D3"/>
                </a:solidFill>
              </a:rPr>
              <a:t> </a:t>
            </a:r>
            <a:r>
              <a:rPr sz="3200" dirty="0">
                <a:solidFill>
                  <a:srgbClr val="D3D3D3"/>
                </a:solidFill>
              </a:rPr>
              <a:t>Users</a:t>
            </a:r>
            <a:r>
              <a:rPr sz="3200" spc="-229" dirty="0">
                <a:solidFill>
                  <a:srgbClr val="D3D3D3"/>
                </a:solidFill>
              </a:rPr>
              <a:t> </a:t>
            </a:r>
            <a:r>
              <a:rPr sz="3200" spc="-10" dirty="0">
                <a:solidFill>
                  <a:srgbClr val="D3D3D3"/>
                </a:solidFill>
              </a:rPr>
              <a:t>Group}</a:t>
            </a:r>
            <a:endParaRPr sz="3200" dirty="0"/>
          </a:p>
          <a:p>
            <a:pPr marL="352425">
              <a:lnSpc>
                <a:spcPct val="100000"/>
              </a:lnSpc>
            </a:pPr>
            <a:r>
              <a:rPr sz="3200" spc="-10" dirty="0">
                <a:solidFill>
                  <a:srgbClr val="DCDCAA"/>
                </a:solidFill>
              </a:rPr>
              <a:t>\begin</a:t>
            </a:r>
            <a:r>
              <a:rPr sz="3200" spc="-10" dirty="0">
                <a:solidFill>
                  <a:srgbClr val="D3D3D3"/>
                </a:solidFill>
              </a:rPr>
              <a:t>{</a:t>
            </a:r>
            <a:r>
              <a:rPr sz="3200" spc="-10" dirty="0">
                <a:solidFill>
                  <a:srgbClr val="9CDCFD"/>
                </a:solidFill>
              </a:rPr>
              <a:t>document</a:t>
            </a:r>
            <a:r>
              <a:rPr sz="3200" spc="-10" dirty="0">
                <a:solidFill>
                  <a:srgbClr val="D3D3D3"/>
                </a:solidFill>
              </a:rPr>
              <a:t>}</a:t>
            </a:r>
            <a:endParaRPr sz="3200" dirty="0"/>
          </a:p>
          <a:p>
            <a:pPr marL="352425">
              <a:lnSpc>
                <a:spcPct val="100000"/>
              </a:lnSpc>
            </a:pPr>
            <a:r>
              <a:rPr sz="3200" dirty="0">
                <a:solidFill>
                  <a:srgbClr val="DCDCAA"/>
                </a:solidFill>
              </a:rPr>
              <a:t>\section</a:t>
            </a:r>
            <a:r>
              <a:rPr sz="3200" dirty="0">
                <a:solidFill>
                  <a:srgbClr val="D3D3D3"/>
                </a:solidFill>
              </a:rPr>
              <a:t>{Creating</a:t>
            </a:r>
            <a:r>
              <a:rPr sz="3200" spc="-10" dirty="0">
                <a:solidFill>
                  <a:srgbClr val="D3D3D3"/>
                </a:solidFill>
              </a:rPr>
              <a:t> </a:t>
            </a:r>
            <a:r>
              <a:rPr sz="3200" dirty="0">
                <a:solidFill>
                  <a:srgbClr val="D3D3D3"/>
                </a:solidFill>
              </a:rPr>
              <a:t>Custom</a:t>
            </a:r>
            <a:r>
              <a:rPr sz="3200" spc="-25" dirty="0">
                <a:solidFill>
                  <a:srgbClr val="D3D3D3"/>
                </a:solidFill>
              </a:rPr>
              <a:t> </a:t>
            </a:r>
            <a:r>
              <a:rPr sz="3200" spc="-10" dirty="0">
                <a:solidFill>
                  <a:srgbClr val="D3D3D3"/>
                </a:solidFill>
              </a:rPr>
              <a:t>Commands}</a:t>
            </a:r>
            <a:endParaRPr sz="3200" dirty="0"/>
          </a:p>
          <a:p>
            <a:pPr marL="352425" marR="5080">
              <a:lnSpc>
                <a:spcPct val="100000"/>
              </a:lnSpc>
            </a:pPr>
            <a:r>
              <a:rPr sz="3200" dirty="0">
                <a:solidFill>
                  <a:srgbClr val="D3D3D3"/>
                </a:solidFill>
              </a:rPr>
              <a:t>The</a:t>
            </a:r>
            <a:r>
              <a:rPr sz="3200" spc="-80" dirty="0">
                <a:solidFill>
                  <a:srgbClr val="D3D3D3"/>
                </a:solidFill>
              </a:rPr>
              <a:t> </a:t>
            </a:r>
            <a:r>
              <a:rPr sz="3200" dirty="0">
                <a:solidFill>
                  <a:srgbClr val="DCDCAA"/>
                </a:solidFill>
              </a:rPr>
              <a:t>\TUG</a:t>
            </a:r>
            <a:r>
              <a:rPr sz="3200" dirty="0">
                <a:solidFill>
                  <a:srgbClr val="D6B97C"/>
                </a:solidFill>
              </a:rPr>
              <a:t>\</a:t>
            </a:r>
            <a:r>
              <a:rPr sz="3200" spc="-75" dirty="0">
                <a:solidFill>
                  <a:srgbClr val="D6B97C"/>
                </a:solidFill>
              </a:rPr>
              <a:t> </a:t>
            </a:r>
            <a:r>
              <a:rPr sz="3200" dirty="0">
                <a:solidFill>
                  <a:srgbClr val="D3D3D3"/>
                </a:solidFill>
              </a:rPr>
              <a:t>is</a:t>
            </a:r>
            <a:r>
              <a:rPr sz="3200" spc="-85" dirty="0">
                <a:solidFill>
                  <a:srgbClr val="D3D3D3"/>
                </a:solidFill>
              </a:rPr>
              <a:t> </a:t>
            </a:r>
            <a:r>
              <a:rPr sz="3200" dirty="0">
                <a:solidFill>
                  <a:srgbClr val="D3D3D3"/>
                </a:solidFill>
              </a:rPr>
              <a:t>an</a:t>
            </a:r>
            <a:r>
              <a:rPr sz="3200" spc="-80" dirty="0">
                <a:solidFill>
                  <a:srgbClr val="D3D3D3"/>
                </a:solidFill>
              </a:rPr>
              <a:t> </a:t>
            </a:r>
            <a:r>
              <a:rPr sz="3200" dirty="0">
                <a:solidFill>
                  <a:srgbClr val="D3D3D3"/>
                </a:solidFill>
              </a:rPr>
              <a:t>organization</a:t>
            </a:r>
            <a:r>
              <a:rPr sz="3200" spc="-80" dirty="0">
                <a:solidFill>
                  <a:srgbClr val="D3D3D3"/>
                </a:solidFill>
              </a:rPr>
              <a:t> </a:t>
            </a:r>
            <a:r>
              <a:rPr sz="3200" dirty="0">
                <a:solidFill>
                  <a:srgbClr val="D3D3D3"/>
                </a:solidFill>
              </a:rPr>
              <a:t>for</a:t>
            </a:r>
            <a:r>
              <a:rPr sz="3200" spc="-85" dirty="0">
                <a:solidFill>
                  <a:srgbClr val="D3D3D3"/>
                </a:solidFill>
              </a:rPr>
              <a:t> </a:t>
            </a:r>
            <a:r>
              <a:rPr sz="3200" dirty="0">
                <a:solidFill>
                  <a:srgbClr val="D3D3D3"/>
                </a:solidFill>
              </a:rPr>
              <a:t>people</a:t>
            </a:r>
            <a:r>
              <a:rPr sz="3200" spc="-80" dirty="0">
                <a:solidFill>
                  <a:srgbClr val="D3D3D3"/>
                </a:solidFill>
              </a:rPr>
              <a:t> </a:t>
            </a:r>
            <a:r>
              <a:rPr sz="3200" dirty="0">
                <a:solidFill>
                  <a:srgbClr val="D3D3D3"/>
                </a:solidFill>
              </a:rPr>
              <a:t>who</a:t>
            </a:r>
            <a:r>
              <a:rPr sz="3200" spc="-80" dirty="0">
                <a:solidFill>
                  <a:srgbClr val="D3D3D3"/>
                </a:solidFill>
              </a:rPr>
              <a:t> </a:t>
            </a:r>
            <a:r>
              <a:rPr sz="3200" spc="-25" dirty="0">
                <a:solidFill>
                  <a:srgbClr val="D3D3D3"/>
                </a:solidFill>
              </a:rPr>
              <a:t>are </a:t>
            </a:r>
            <a:r>
              <a:rPr sz="3200" dirty="0">
                <a:solidFill>
                  <a:srgbClr val="D3D3D3"/>
                </a:solidFill>
              </a:rPr>
              <a:t>interested</a:t>
            </a:r>
            <a:r>
              <a:rPr sz="3200" spc="-10" dirty="0">
                <a:solidFill>
                  <a:srgbClr val="D3D3D3"/>
                </a:solidFill>
              </a:rPr>
              <a:t> </a:t>
            </a:r>
            <a:r>
              <a:rPr sz="3200" dirty="0">
                <a:solidFill>
                  <a:srgbClr val="D3D3D3"/>
                </a:solidFill>
              </a:rPr>
              <a:t>in</a:t>
            </a:r>
            <a:r>
              <a:rPr sz="3200" spc="-5" dirty="0">
                <a:solidFill>
                  <a:srgbClr val="D3D3D3"/>
                </a:solidFill>
              </a:rPr>
              <a:t> </a:t>
            </a:r>
            <a:r>
              <a:rPr sz="3200" dirty="0">
                <a:solidFill>
                  <a:srgbClr val="DCDCAA"/>
                </a:solidFill>
              </a:rPr>
              <a:t>\TeX</a:t>
            </a:r>
            <a:r>
              <a:rPr sz="3200" dirty="0">
                <a:solidFill>
                  <a:srgbClr val="D6B97C"/>
                </a:solidFill>
              </a:rPr>
              <a:t>\</a:t>
            </a:r>
            <a:r>
              <a:rPr sz="3200" spc="-5" dirty="0">
                <a:solidFill>
                  <a:srgbClr val="D6B97C"/>
                </a:solidFill>
              </a:rPr>
              <a:t> </a:t>
            </a:r>
            <a:r>
              <a:rPr sz="3200" dirty="0">
                <a:solidFill>
                  <a:srgbClr val="D3D3D3"/>
                </a:solidFill>
              </a:rPr>
              <a:t>or </a:t>
            </a:r>
            <a:r>
              <a:rPr sz="3200" spc="-10" dirty="0">
                <a:solidFill>
                  <a:srgbClr val="DCDCAA"/>
                </a:solidFill>
              </a:rPr>
              <a:t>\LaTeX</a:t>
            </a:r>
            <a:r>
              <a:rPr sz="3200" spc="-10" dirty="0">
                <a:solidFill>
                  <a:srgbClr val="D3D3D3"/>
                </a:solidFill>
              </a:rPr>
              <a:t>.</a:t>
            </a:r>
            <a:endParaRPr sz="3200" dirty="0"/>
          </a:p>
          <a:p>
            <a:pPr marL="352425">
              <a:lnSpc>
                <a:spcPct val="100000"/>
              </a:lnSpc>
            </a:pPr>
            <a:r>
              <a:rPr sz="3200" spc="-10" dirty="0">
                <a:solidFill>
                  <a:srgbClr val="DCDCAA"/>
                </a:solidFill>
              </a:rPr>
              <a:t>\end</a:t>
            </a:r>
            <a:r>
              <a:rPr sz="3200" spc="-10" dirty="0">
                <a:solidFill>
                  <a:srgbClr val="D3D3D3"/>
                </a:solidFill>
              </a:rPr>
              <a:t>{</a:t>
            </a:r>
            <a:r>
              <a:rPr sz="3200" spc="-10" dirty="0">
                <a:solidFill>
                  <a:srgbClr val="9CDCFD"/>
                </a:solidFill>
              </a:rPr>
              <a:t>document</a:t>
            </a:r>
            <a:r>
              <a:rPr sz="3200" spc="-10" dirty="0">
                <a:solidFill>
                  <a:srgbClr val="D3D3D3"/>
                </a:solidFill>
              </a:rPr>
              <a:t>}</a:t>
            </a:r>
            <a:endParaRPr sz="3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3278" rIns="0" bIns="0" rtlCol="0">
            <a:spAutoFit/>
          </a:bodyPr>
          <a:lstStyle/>
          <a:p>
            <a:pPr marL="2594610">
              <a:lnSpc>
                <a:spcPct val="100000"/>
              </a:lnSpc>
              <a:spcBef>
                <a:spcPts val="100"/>
              </a:spcBef>
            </a:pPr>
            <a:r>
              <a:rPr dirty="0"/>
              <a:t>Custom</a:t>
            </a:r>
            <a:r>
              <a:rPr spc="-200" dirty="0"/>
              <a:t> </a:t>
            </a:r>
            <a:r>
              <a:rPr spc="-10" dirty="0"/>
              <a:t>Commands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4979" y="1981454"/>
            <a:ext cx="10468229" cy="2112899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3278" rIns="0" bIns="0" rtlCol="0">
            <a:spAutoFit/>
          </a:bodyPr>
          <a:lstStyle/>
          <a:p>
            <a:pPr marL="2812415">
              <a:lnSpc>
                <a:spcPct val="100000"/>
              </a:lnSpc>
              <a:spcBef>
                <a:spcPts val="100"/>
              </a:spcBef>
            </a:pPr>
            <a:r>
              <a:rPr dirty="0"/>
              <a:t>Creating</a:t>
            </a:r>
            <a:r>
              <a:rPr spc="-95" dirty="0"/>
              <a:t> </a:t>
            </a:r>
            <a:r>
              <a:rPr dirty="0"/>
              <a:t>a</a:t>
            </a:r>
            <a:r>
              <a:rPr spc="-70" dirty="0"/>
              <a:t> </a:t>
            </a:r>
            <a:r>
              <a:rPr spc="-10" dirty="0"/>
              <a:t>Macro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2425">
              <a:lnSpc>
                <a:spcPct val="100000"/>
              </a:lnSpc>
              <a:spcBef>
                <a:spcPts val="105"/>
              </a:spcBef>
            </a:pPr>
            <a:r>
              <a:rPr sz="3200" spc="-10" dirty="0">
                <a:solidFill>
                  <a:srgbClr val="C585C0"/>
                </a:solidFill>
              </a:rPr>
              <a:t>\documentclass</a:t>
            </a:r>
            <a:r>
              <a:rPr sz="3200" spc="-10" dirty="0">
                <a:solidFill>
                  <a:srgbClr val="D3D3D3"/>
                </a:solidFill>
              </a:rPr>
              <a:t>{</a:t>
            </a:r>
            <a:r>
              <a:rPr sz="3200" spc="-10" dirty="0"/>
              <a:t>article</a:t>
            </a:r>
            <a:r>
              <a:rPr sz="3200" spc="-10" dirty="0">
                <a:solidFill>
                  <a:srgbClr val="D3D3D3"/>
                </a:solidFill>
              </a:rPr>
              <a:t>}</a:t>
            </a:r>
            <a:endParaRPr sz="3200" dirty="0"/>
          </a:p>
          <a:p>
            <a:pPr marL="352425">
              <a:lnSpc>
                <a:spcPct val="100000"/>
              </a:lnSpc>
            </a:pPr>
            <a:r>
              <a:rPr sz="3200" spc="-10" dirty="0">
                <a:solidFill>
                  <a:srgbClr val="559CD5"/>
                </a:solidFill>
              </a:rPr>
              <a:t>\newcommand</a:t>
            </a:r>
            <a:r>
              <a:rPr sz="3200" spc="-10" dirty="0">
                <a:solidFill>
                  <a:srgbClr val="D3D3D3"/>
                </a:solidFill>
              </a:rPr>
              <a:t>{</a:t>
            </a:r>
            <a:r>
              <a:rPr sz="3200" spc="-10" dirty="0">
                <a:solidFill>
                  <a:srgbClr val="DCDCAA"/>
                </a:solidFill>
              </a:rPr>
              <a:t>\keyword</a:t>
            </a:r>
            <a:r>
              <a:rPr sz="3200" spc="-10" dirty="0">
                <a:solidFill>
                  <a:srgbClr val="D3D3D3"/>
                </a:solidFill>
              </a:rPr>
              <a:t>}[1]{</a:t>
            </a:r>
            <a:r>
              <a:rPr sz="3200" spc="-10" dirty="0">
                <a:solidFill>
                  <a:srgbClr val="DCDCAA"/>
                </a:solidFill>
              </a:rPr>
              <a:t>\textbf</a:t>
            </a:r>
            <a:r>
              <a:rPr sz="3200" spc="-10" dirty="0">
                <a:solidFill>
                  <a:srgbClr val="D3D3D3"/>
                </a:solidFill>
              </a:rPr>
              <a:t>{</a:t>
            </a:r>
            <a:r>
              <a:rPr sz="3200" b="1" spc="-10" dirty="0">
                <a:solidFill>
                  <a:srgbClr val="559CD5"/>
                </a:solidFill>
                <a:latin typeface="Consolas"/>
                <a:cs typeface="Consolas"/>
              </a:rPr>
              <a:t>#1</a:t>
            </a:r>
            <a:r>
              <a:rPr sz="3200" spc="-10" dirty="0">
                <a:solidFill>
                  <a:srgbClr val="D3D3D3"/>
                </a:solidFill>
              </a:rPr>
              <a:t>}}</a:t>
            </a:r>
            <a:endParaRPr sz="3200" dirty="0">
              <a:latin typeface="Consolas"/>
              <a:cs typeface="Consolas"/>
            </a:endParaRPr>
          </a:p>
          <a:p>
            <a:pPr marL="352425">
              <a:lnSpc>
                <a:spcPct val="100000"/>
              </a:lnSpc>
            </a:pPr>
            <a:r>
              <a:rPr sz="3200" spc="-10" dirty="0">
                <a:solidFill>
                  <a:srgbClr val="DCDCAA"/>
                </a:solidFill>
              </a:rPr>
              <a:t>\begin</a:t>
            </a:r>
            <a:r>
              <a:rPr sz="3200" spc="-10" dirty="0">
                <a:solidFill>
                  <a:srgbClr val="D3D3D3"/>
                </a:solidFill>
              </a:rPr>
              <a:t>{</a:t>
            </a:r>
            <a:r>
              <a:rPr sz="3200" spc="-10" dirty="0">
                <a:solidFill>
                  <a:srgbClr val="9CDCFD"/>
                </a:solidFill>
              </a:rPr>
              <a:t>document</a:t>
            </a:r>
            <a:r>
              <a:rPr sz="3200" spc="-10" dirty="0">
                <a:solidFill>
                  <a:srgbClr val="D3D3D3"/>
                </a:solidFill>
              </a:rPr>
              <a:t>}</a:t>
            </a:r>
            <a:endParaRPr sz="3200" dirty="0"/>
          </a:p>
          <a:p>
            <a:pPr marL="352425">
              <a:lnSpc>
                <a:spcPct val="100000"/>
              </a:lnSpc>
            </a:pPr>
            <a:r>
              <a:rPr sz="3200" dirty="0">
                <a:solidFill>
                  <a:srgbClr val="DCDCAA"/>
                </a:solidFill>
              </a:rPr>
              <a:t>\section</a:t>
            </a:r>
            <a:r>
              <a:rPr sz="3200" dirty="0">
                <a:solidFill>
                  <a:srgbClr val="D3D3D3"/>
                </a:solidFill>
              </a:rPr>
              <a:t>{Defining</a:t>
            </a:r>
            <a:r>
              <a:rPr sz="3200" spc="-110" dirty="0">
                <a:solidFill>
                  <a:srgbClr val="D3D3D3"/>
                </a:solidFill>
              </a:rPr>
              <a:t> </a:t>
            </a:r>
            <a:r>
              <a:rPr sz="3200" dirty="0">
                <a:solidFill>
                  <a:srgbClr val="D3D3D3"/>
                </a:solidFill>
              </a:rPr>
              <a:t>a</a:t>
            </a:r>
            <a:r>
              <a:rPr sz="3200" spc="-110" dirty="0">
                <a:solidFill>
                  <a:srgbClr val="D3D3D3"/>
                </a:solidFill>
              </a:rPr>
              <a:t> </a:t>
            </a:r>
            <a:r>
              <a:rPr sz="3200" dirty="0">
                <a:solidFill>
                  <a:srgbClr val="D3D3D3"/>
                </a:solidFill>
              </a:rPr>
              <a:t>Macro</a:t>
            </a:r>
            <a:r>
              <a:rPr sz="3200" spc="-110" dirty="0">
                <a:solidFill>
                  <a:srgbClr val="D3D3D3"/>
                </a:solidFill>
              </a:rPr>
              <a:t> </a:t>
            </a:r>
            <a:r>
              <a:rPr sz="3200" dirty="0">
                <a:solidFill>
                  <a:srgbClr val="D3D3D3"/>
                </a:solidFill>
              </a:rPr>
              <a:t>and</a:t>
            </a:r>
            <a:r>
              <a:rPr sz="3200" spc="-110" dirty="0">
                <a:solidFill>
                  <a:srgbClr val="D3D3D3"/>
                </a:solidFill>
              </a:rPr>
              <a:t> </a:t>
            </a:r>
            <a:r>
              <a:rPr sz="3200" dirty="0">
                <a:solidFill>
                  <a:srgbClr val="D3D3D3"/>
                </a:solidFill>
              </a:rPr>
              <a:t>using</a:t>
            </a:r>
            <a:r>
              <a:rPr sz="3200" spc="-110" dirty="0">
                <a:solidFill>
                  <a:srgbClr val="D3D3D3"/>
                </a:solidFill>
              </a:rPr>
              <a:t> </a:t>
            </a:r>
            <a:r>
              <a:rPr sz="3200" spc="-25" dirty="0">
                <a:solidFill>
                  <a:srgbClr val="D3D3D3"/>
                </a:solidFill>
              </a:rPr>
              <a:t>it}</a:t>
            </a:r>
            <a:endParaRPr sz="3200" dirty="0"/>
          </a:p>
          <a:p>
            <a:pPr marL="352425">
              <a:lnSpc>
                <a:spcPct val="100000"/>
              </a:lnSpc>
            </a:pPr>
            <a:r>
              <a:rPr sz="3200" dirty="0">
                <a:solidFill>
                  <a:srgbClr val="DCDCAA"/>
                </a:solidFill>
              </a:rPr>
              <a:t>\keyword</a:t>
            </a:r>
            <a:r>
              <a:rPr sz="3200" dirty="0">
                <a:solidFill>
                  <a:srgbClr val="D3D3D3"/>
                </a:solidFill>
              </a:rPr>
              <a:t>{Grouping}</a:t>
            </a:r>
            <a:r>
              <a:rPr sz="3200" spc="-15" dirty="0">
                <a:solidFill>
                  <a:srgbClr val="D3D3D3"/>
                </a:solidFill>
              </a:rPr>
              <a:t> </a:t>
            </a:r>
            <a:r>
              <a:rPr sz="3200" dirty="0">
                <a:solidFill>
                  <a:srgbClr val="D3D3D3"/>
                </a:solidFill>
              </a:rPr>
              <a:t>by</a:t>
            </a:r>
            <a:r>
              <a:rPr sz="3200" spc="-10" dirty="0">
                <a:solidFill>
                  <a:srgbClr val="D3D3D3"/>
                </a:solidFill>
              </a:rPr>
              <a:t> </a:t>
            </a:r>
            <a:r>
              <a:rPr sz="3200" dirty="0">
                <a:solidFill>
                  <a:srgbClr val="D3D3D3"/>
                </a:solidFill>
              </a:rPr>
              <a:t>curly</a:t>
            </a:r>
            <a:r>
              <a:rPr sz="3200" spc="-15" dirty="0">
                <a:solidFill>
                  <a:srgbClr val="D3D3D3"/>
                </a:solidFill>
              </a:rPr>
              <a:t> </a:t>
            </a:r>
            <a:r>
              <a:rPr sz="3200" dirty="0">
                <a:solidFill>
                  <a:srgbClr val="D3D3D3"/>
                </a:solidFill>
              </a:rPr>
              <a:t>braces</a:t>
            </a:r>
            <a:r>
              <a:rPr sz="3200" spc="-10" dirty="0">
                <a:solidFill>
                  <a:srgbClr val="D3D3D3"/>
                </a:solidFill>
              </a:rPr>
              <a:t> </a:t>
            </a:r>
            <a:r>
              <a:rPr sz="3200" dirty="0">
                <a:solidFill>
                  <a:srgbClr val="D3D3D3"/>
                </a:solidFill>
              </a:rPr>
              <a:t>limits</a:t>
            </a:r>
            <a:r>
              <a:rPr sz="3200" spc="-10" dirty="0">
                <a:solidFill>
                  <a:srgbClr val="D3D3D3"/>
                </a:solidFill>
              </a:rPr>
              <a:t> </a:t>
            </a:r>
            <a:r>
              <a:rPr sz="3200" spc="-25" dirty="0">
                <a:solidFill>
                  <a:srgbClr val="D3D3D3"/>
                </a:solidFill>
              </a:rPr>
              <a:t>the</a:t>
            </a:r>
            <a:endParaRPr sz="3200" dirty="0"/>
          </a:p>
          <a:p>
            <a:pPr marL="352425">
              <a:lnSpc>
                <a:spcPct val="100000"/>
              </a:lnSpc>
            </a:pPr>
            <a:r>
              <a:rPr sz="3200" dirty="0">
                <a:solidFill>
                  <a:srgbClr val="DCDCAA"/>
                </a:solidFill>
              </a:rPr>
              <a:t>\keyword</a:t>
            </a:r>
            <a:r>
              <a:rPr sz="3200" dirty="0">
                <a:solidFill>
                  <a:srgbClr val="D3D3D3"/>
                </a:solidFill>
              </a:rPr>
              <a:t>{scope}</a:t>
            </a:r>
            <a:r>
              <a:rPr sz="3200" spc="-150" dirty="0">
                <a:solidFill>
                  <a:srgbClr val="D3D3D3"/>
                </a:solidFill>
              </a:rPr>
              <a:t> </a:t>
            </a:r>
            <a:r>
              <a:rPr sz="3200" dirty="0">
                <a:solidFill>
                  <a:srgbClr val="D3D3D3"/>
                </a:solidFill>
              </a:rPr>
              <a:t>of</a:t>
            </a:r>
            <a:r>
              <a:rPr sz="3200" spc="-150" dirty="0">
                <a:solidFill>
                  <a:srgbClr val="D3D3D3"/>
                </a:solidFill>
              </a:rPr>
              <a:t> </a:t>
            </a:r>
            <a:r>
              <a:rPr sz="3200" spc="-10" dirty="0">
                <a:solidFill>
                  <a:srgbClr val="DCDCAA"/>
                </a:solidFill>
              </a:rPr>
              <a:t>\keyword</a:t>
            </a:r>
            <a:r>
              <a:rPr sz="3200" spc="-10" dirty="0">
                <a:solidFill>
                  <a:srgbClr val="D3D3D3"/>
                </a:solidFill>
              </a:rPr>
              <a:t>{declarations}.</a:t>
            </a:r>
            <a:endParaRPr sz="3200" dirty="0"/>
          </a:p>
          <a:p>
            <a:pPr marL="352425">
              <a:lnSpc>
                <a:spcPct val="100000"/>
              </a:lnSpc>
            </a:pPr>
            <a:r>
              <a:rPr sz="3200" spc="-10" dirty="0">
                <a:solidFill>
                  <a:srgbClr val="DCDCAA"/>
                </a:solidFill>
              </a:rPr>
              <a:t>\end</a:t>
            </a:r>
            <a:r>
              <a:rPr sz="3200" spc="-10" dirty="0">
                <a:solidFill>
                  <a:srgbClr val="D3D3D3"/>
                </a:solidFill>
              </a:rPr>
              <a:t>{</a:t>
            </a:r>
            <a:r>
              <a:rPr sz="3200" spc="-10" dirty="0">
                <a:solidFill>
                  <a:srgbClr val="9CDCFD"/>
                </a:solidFill>
              </a:rPr>
              <a:t>document</a:t>
            </a:r>
            <a:r>
              <a:rPr sz="3200" spc="-10" dirty="0">
                <a:solidFill>
                  <a:srgbClr val="D3D3D3"/>
                </a:solidFill>
              </a:rPr>
              <a:t>}</a:t>
            </a:r>
            <a:endParaRPr sz="3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3278" rIns="0" bIns="0" rtlCol="0">
            <a:spAutoFit/>
          </a:bodyPr>
          <a:lstStyle/>
          <a:p>
            <a:pPr marL="2812415">
              <a:lnSpc>
                <a:spcPct val="100000"/>
              </a:lnSpc>
              <a:spcBef>
                <a:spcPts val="100"/>
              </a:spcBef>
            </a:pPr>
            <a:r>
              <a:rPr dirty="0"/>
              <a:t>Creating</a:t>
            </a:r>
            <a:r>
              <a:rPr spc="-95" dirty="0"/>
              <a:t> </a:t>
            </a:r>
            <a:r>
              <a:rPr dirty="0"/>
              <a:t>a</a:t>
            </a:r>
            <a:r>
              <a:rPr spc="-70" dirty="0"/>
              <a:t> </a:t>
            </a:r>
            <a:r>
              <a:rPr spc="-10" dirty="0"/>
              <a:t>Macro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5809" y="2071116"/>
            <a:ext cx="10016998" cy="1900427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3278" rIns="0" bIns="0" rtlCol="0">
            <a:spAutoFit/>
          </a:bodyPr>
          <a:lstStyle/>
          <a:p>
            <a:pPr marL="29845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\newcommand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5861" y="1491107"/>
            <a:ext cx="10896346" cy="3940683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3278" rIns="0" bIns="0" rtlCol="0">
            <a:spAutoFit/>
          </a:bodyPr>
          <a:lstStyle/>
          <a:p>
            <a:pPr marL="1056005">
              <a:lnSpc>
                <a:spcPct val="100000"/>
              </a:lnSpc>
              <a:spcBef>
                <a:spcPts val="100"/>
              </a:spcBef>
            </a:pPr>
            <a:r>
              <a:rPr dirty="0"/>
              <a:t>Command</a:t>
            </a:r>
            <a:r>
              <a:rPr spc="-95" dirty="0"/>
              <a:t> </a:t>
            </a:r>
            <a:r>
              <a:rPr dirty="0"/>
              <a:t>with</a:t>
            </a:r>
            <a:r>
              <a:rPr spc="-65" dirty="0"/>
              <a:t> </a:t>
            </a:r>
            <a:r>
              <a:rPr dirty="0"/>
              <a:t>Optional</a:t>
            </a:r>
            <a:r>
              <a:rPr spc="-75" dirty="0"/>
              <a:t> </a:t>
            </a:r>
            <a:r>
              <a:rPr spc="-10" dirty="0"/>
              <a:t>Arguments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2425">
              <a:lnSpc>
                <a:spcPct val="100000"/>
              </a:lnSpc>
              <a:spcBef>
                <a:spcPts val="105"/>
              </a:spcBef>
            </a:pPr>
            <a:r>
              <a:rPr sz="3200" spc="-10" dirty="0">
                <a:solidFill>
                  <a:srgbClr val="C585C0"/>
                </a:solidFill>
              </a:rPr>
              <a:t>\documentclass</a:t>
            </a:r>
            <a:r>
              <a:rPr sz="3200" spc="-10" dirty="0">
                <a:solidFill>
                  <a:srgbClr val="D3D3D3"/>
                </a:solidFill>
              </a:rPr>
              <a:t>{</a:t>
            </a:r>
            <a:r>
              <a:rPr sz="3200" spc="-10" dirty="0"/>
              <a:t>article</a:t>
            </a:r>
            <a:r>
              <a:rPr sz="3200" spc="-10" dirty="0">
                <a:solidFill>
                  <a:srgbClr val="D3D3D3"/>
                </a:solidFill>
              </a:rPr>
              <a:t>}</a:t>
            </a:r>
            <a:endParaRPr sz="3200" dirty="0"/>
          </a:p>
          <a:p>
            <a:pPr marL="352425">
              <a:lnSpc>
                <a:spcPct val="100000"/>
              </a:lnSpc>
            </a:pPr>
            <a:r>
              <a:rPr sz="3200" spc="-10" dirty="0">
                <a:solidFill>
                  <a:srgbClr val="559CD5"/>
                </a:solidFill>
              </a:rPr>
              <a:t>\newcommand</a:t>
            </a:r>
            <a:r>
              <a:rPr sz="3200" spc="-10" dirty="0">
                <a:solidFill>
                  <a:srgbClr val="D3D3D3"/>
                </a:solidFill>
              </a:rPr>
              <a:t>{</a:t>
            </a:r>
            <a:r>
              <a:rPr sz="3200" spc="-10" dirty="0">
                <a:solidFill>
                  <a:srgbClr val="DCDCAA"/>
                </a:solidFill>
              </a:rPr>
              <a:t>\keyword</a:t>
            </a:r>
            <a:r>
              <a:rPr sz="3200" spc="-10" dirty="0">
                <a:solidFill>
                  <a:srgbClr val="D3D3D3"/>
                </a:solidFill>
              </a:rPr>
              <a:t>}[2][</a:t>
            </a:r>
            <a:r>
              <a:rPr sz="3200" spc="-10" dirty="0">
                <a:solidFill>
                  <a:srgbClr val="DCDCAA"/>
                </a:solidFill>
              </a:rPr>
              <a:t>\bfseries</a:t>
            </a:r>
            <a:r>
              <a:rPr sz="3200" spc="-10" dirty="0">
                <a:solidFill>
                  <a:srgbClr val="D3D3D3"/>
                </a:solidFill>
              </a:rPr>
              <a:t>]{{#1#2}}</a:t>
            </a:r>
            <a:endParaRPr sz="3200" dirty="0"/>
          </a:p>
          <a:p>
            <a:pPr marL="352425">
              <a:lnSpc>
                <a:spcPct val="100000"/>
              </a:lnSpc>
            </a:pPr>
            <a:r>
              <a:rPr sz="3200" spc="-10" dirty="0">
                <a:solidFill>
                  <a:srgbClr val="DCDCAA"/>
                </a:solidFill>
              </a:rPr>
              <a:t>\begin</a:t>
            </a:r>
            <a:r>
              <a:rPr sz="3200" spc="-10" dirty="0">
                <a:solidFill>
                  <a:srgbClr val="D3D3D3"/>
                </a:solidFill>
              </a:rPr>
              <a:t>{</a:t>
            </a:r>
            <a:r>
              <a:rPr sz="3200" spc="-10" dirty="0">
                <a:solidFill>
                  <a:srgbClr val="9CDCFD"/>
                </a:solidFill>
              </a:rPr>
              <a:t>document</a:t>
            </a:r>
            <a:r>
              <a:rPr sz="3200" spc="-10" dirty="0">
                <a:solidFill>
                  <a:srgbClr val="D3D3D3"/>
                </a:solidFill>
              </a:rPr>
              <a:t>}</a:t>
            </a:r>
            <a:endParaRPr sz="3200" dirty="0"/>
          </a:p>
          <a:p>
            <a:pPr marL="352425">
              <a:lnSpc>
                <a:spcPct val="100000"/>
              </a:lnSpc>
            </a:pPr>
            <a:r>
              <a:rPr sz="3200" dirty="0">
                <a:solidFill>
                  <a:srgbClr val="DCDCAA"/>
                </a:solidFill>
              </a:rPr>
              <a:t>\section</a:t>
            </a:r>
            <a:r>
              <a:rPr sz="3200" dirty="0">
                <a:solidFill>
                  <a:srgbClr val="D3D3D3"/>
                </a:solidFill>
              </a:rPr>
              <a:t>{Macro</a:t>
            </a:r>
            <a:r>
              <a:rPr sz="3200" spc="-155" dirty="0">
                <a:solidFill>
                  <a:srgbClr val="D3D3D3"/>
                </a:solidFill>
              </a:rPr>
              <a:t> </a:t>
            </a:r>
            <a:r>
              <a:rPr sz="3200" dirty="0">
                <a:solidFill>
                  <a:srgbClr val="D3D3D3"/>
                </a:solidFill>
              </a:rPr>
              <a:t>with</a:t>
            </a:r>
            <a:r>
              <a:rPr sz="3200" spc="-155" dirty="0">
                <a:solidFill>
                  <a:srgbClr val="D3D3D3"/>
                </a:solidFill>
              </a:rPr>
              <a:t> </a:t>
            </a:r>
            <a:r>
              <a:rPr sz="3200" dirty="0">
                <a:solidFill>
                  <a:srgbClr val="D3D3D3"/>
                </a:solidFill>
              </a:rPr>
              <a:t>Optional</a:t>
            </a:r>
            <a:r>
              <a:rPr sz="3200" spc="-150" dirty="0">
                <a:solidFill>
                  <a:srgbClr val="D3D3D3"/>
                </a:solidFill>
              </a:rPr>
              <a:t> </a:t>
            </a:r>
            <a:r>
              <a:rPr sz="3200" spc="-10" dirty="0">
                <a:solidFill>
                  <a:srgbClr val="D3D3D3"/>
                </a:solidFill>
              </a:rPr>
              <a:t>Arguments}</a:t>
            </a:r>
            <a:endParaRPr sz="3200" dirty="0"/>
          </a:p>
          <a:p>
            <a:pPr marL="352425">
              <a:lnSpc>
                <a:spcPct val="100000"/>
              </a:lnSpc>
            </a:pPr>
            <a:r>
              <a:rPr sz="3200" dirty="0">
                <a:solidFill>
                  <a:srgbClr val="DCDCAA"/>
                </a:solidFill>
              </a:rPr>
              <a:t>\keyword</a:t>
            </a:r>
            <a:r>
              <a:rPr sz="3200" dirty="0">
                <a:solidFill>
                  <a:srgbClr val="D3D3D3"/>
                </a:solidFill>
              </a:rPr>
              <a:t>{Grouping}</a:t>
            </a:r>
            <a:r>
              <a:rPr sz="3200" spc="-15" dirty="0">
                <a:solidFill>
                  <a:srgbClr val="D3D3D3"/>
                </a:solidFill>
              </a:rPr>
              <a:t> </a:t>
            </a:r>
            <a:r>
              <a:rPr sz="3200" dirty="0">
                <a:solidFill>
                  <a:srgbClr val="D3D3D3"/>
                </a:solidFill>
              </a:rPr>
              <a:t>by</a:t>
            </a:r>
            <a:r>
              <a:rPr sz="3200" spc="-10" dirty="0">
                <a:solidFill>
                  <a:srgbClr val="D3D3D3"/>
                </a:solidFill>
              </a:rPr>
              <a:t> </a:t>
            </a:r>
            <a:r>
              <a:rPr sz="3200" dirty="0">
                <a:solidFill>
                  <a:srgbClr val="D3D3D3"/>
                </a:solidFill>
              </a:rPr>
              <a:t>curly</a:t>
            </a:r>
            <a:r>
              <a:rPr sz="3200" spc="-15" dirty="0">
                <a:solidFill>
                  <a:srgbClr val="D3D3D3"/>
                </a:solidFill>
              </a:rPr>
              <a:t> </a:t>
            </a:r>
            <a:r>
              <a:rPr sz="3200" dirty="0">
                <a:solidFill>
                  <a:srgbClr val="D3D3D3"/>
                </a:solidFill>
              </a:rPr>
              <a:t>braces</a:t>
            </a:r>
            <a:r>
              <a:rPr sz="3200" spc="-10" dirty="0">
                <a:solidFill>
                  <a:srgbClr val="D3D3D3"/>
                </a:solidFill>
              </a:rPr>
              <a:t> </a:t>
            </a:r>
            <a:r>
              <a:rPr sz="3200" dirty="0">
                <a:solidFill>
                  <a:srgbClr val="D3D3D3"/>
                </a:solidFill>
              </a:rPr>
              <a:t>limits</a:t>
            </a:r>
            <a:r>
              <a:rPr sz="3200" spc="-10" dirty="0">
                <a:solidFill>
                  <a:srgbClr val="D3D3D3"/>
                </a:solidFill>
              </a:rPr>
              <a:t> </a:t>
            </a:r>
            <a:r>
              <a:rPr sz="3200" spc="-25" dirty="0">
                <a:solidFill>
                  <a:srgbClr val="D3D3D3"/>
                </a:solidFill>
              </a:rPr>
              <a:t>the</a:t>
            </a:r>
            <a:endParaRPr sz="3200" dirty="0"/>
          </a:p>
          <a:p>
            <a:pPr marL="352425">
              <a:lnSpc>
                <a:spcPct val="100000"/>
              </a:lnSpc>
            </a:pPr>
            <a:r>
              <a:rPr sz="3200" dirty="0">
                <a:solidFill>
                  <a:srgbClr val="DCDCAA"/>
                </a:solidFill>
              </a:rPr>
              <a:t>\keyword</a:t>
            </a:r>
            <a:r>
              <a:rPr sz="3200" dirty="0">
                <a:solidFill>
                  <a:srgbClr val="D3D3D3"/>
                </a:solidFill>
              </a:rPr>
              <a:t>{scope}</a:t>
            </a:r>
            <a:r>
              <a:rPr sz="3200" spc="-265" dirty="0">
                <a:solidFill>
                  <a:srgbClr val="D3D3D3"/>
                </a:solidFill>
              </a:rPr>
              <a:t> </a:t>
            </a:r>
            <a:r>
              <a:rPr sz="3200" spc="-25" dirty="0">
                <a:solidFill>
                  <a:srgbClr val="D3D3D3"/>
                </a:solidFill>
              </a:rPr>
              <a:t>of</a:t>
            </a:r>
            <a:endParaRPr sz="3200" dirty="0"/>
          </a:p>
          <a:p>
            <a:pPr marL="352425">
              <a:lnSpc>
                <a:spcPct val="100000"/>
              </a:lnSpc>
            </a:pPr>
            <a:r>
              <a:rPr sz="3200" spc="-10" dirty="0">
                <a:solidFill>
                  <a:srgbClr val="DCDCAA"/>
                </a:solidFill>
              </a:rPr>
              <a:t>\keyword</a:t>
            </a:r>
            <a:r>
              <a:rPr sz="3200" spc="-10" dirty="0">
                <a:solidFill>
                  <a:srgbClr val="D3D3D3"/>
                </a:solidFill>
              </a:rPr>
              <a:t>[</a:t>
            </a:r>
            <a:r>
              <a:rPr sz="3200" spc="-10" dirty="0">
                <a:solidFill>
                  <a:srgbClr val="DCDCAA"/>
                </a:solidFill>
              </a:rPr>
              <a:t>\itshape</a:t>
            </a:r>
            <a:r>
              <a:rPr sz="3200" spc="-10" dirty="0">
                <a:solidFill>
                  <a:srgbClr val="D3D3D3"/>
                </a:solidFill>
              </a:rPr>
              <a:t>]{declarations}.</a:t>
            </a:r>
            <a:endParaRPr sz="3200" dirty="0"/>
          </a:p>
          <a:p>
            <a:pPr marL="352425">
              <a:lnSpc>
                <a:spcPct val="100000"/>
              </a:lnSpc>
              <a:spcBef>
                <a:spcPts val="5"/>
              </a:spcBef>
            </a:pPr>
            <a:r>
              <a:rPr sz="3200" spc="-10" dirty="0">
                <a:solidFill>
                  <a:srgbClr val="DCDCAA"/>
                </a:solidFill>
              </a:rPr>
              <a:t>\end</a:t>
            </a:r>
            <a:r>
              <a:rPr sz="3200" spc="-10" dirty="0">
                <a:solidFill>
                  <a:srgbClr val="D3D3D3"/>
                </a:solidFill>
              </a:rPr>
              <a:t>{</a:t>
            </a:r>
            <a:r>
              <a:rPr sz="3200" spc="-10" dirty="0">
                <a:solidFill>
                  <a:srgbClr val="9CDCFD"/>
                </a:solidFill>
              </a:rPr>
              <a:t>document</a:t>
            </a:r>
            <a:r>
              <a:rPr sz="3200" spc="-10" dirty="0">
                <a:solidFill>
                  <a:srgbClr val="D3D3D3"/>
                </a:solidFill>
              </a:rPr>
              <a:t>}</a:t>
            </a:r>
            <a:endParaRPr sz="3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3278" rIns="0" bIns="0" rtlCol="0">
            <a:spAutoFit/>
          </a:bodyPr>
          <a:lstStyle/>
          <a:p>
            <a:pPr marL="1056005">
              <a:lnSpc>
                <a:spcPct val="100000"/>
              </a:lnSpc>
              <a:spcBef>
                <a:spcPts val="100"/>
              </a:spcBef>
            </a:pPr>
            <a:r>
              <a:rPr dirty="0"/>
              <a:t>Command</a:t>
            </a:r>
            <a:r>
              <a:rPr spc="-95" dirty="0"/>
              <a:t> </a:t>
            </a:r>
            <a:r>
              <a:rPr dirty="0"/>
              <a:t>with</a:t>
            </a:r>
            <a:r>
              <a:rPr spc="-65" dirty="0"/>
              <a:t> </a:t>
            </a:r>
            <a:r>
              <a:rPr dirty="0"/>
              <a:t>Optional</a:t>
            </a:r>
            <a:r>
              <a:rPr spc="-75" dirty="0"/>
              <a:t> </a:t>
            </a:r>
            <a:r>
              <a:rPr spc="-10" dirty="0"/>
              <a:t>Arguments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2299" y="2300223"/>
            <a:ext cx="10619359" cy="1971548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3278" rIns="0" bIns="0" rtlCol="0">
            <a:spAutoFit/>
          </a:bodyPr>
          <a:lstStyle/>
          <a:p>
            <a:pPr marL="3156585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Two</a:t>
            </a:r>
            <a:r>
              <a:rPr spc="-150" dirty="0"/>
              <a:t> </a:t>
            </a:r>
            <a:r>
              <a:rPr spc="-10" dirty="0"/>
              <a:t>Columns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92912" y="983059"/>
            <a:ext cx="8306434" cy="5147310"/>
          </a:xfrm>
          <a:prstGeom prst="rect">
            <a:avLst/>
          </a:prstGeom>
        </p:spPr>
        <p:txBody>
          <a:bodyPr vert="horz" wrap="square" lIns="0" tIns="2559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14"/>
              </a:spcBef>
            </a:pPr>
            <a:r>
              <a:rPr sz="3200" spc="-10" dirty="0">
                <a:solidFill>
                  <a:srgbClr val="C585C0"/>
                </a:solidFill>
                <a:latin typeface="Consolas"/>
                <a:cs typeface="Consolas"/>
              </a:rPr>
              <a:t>\documentclass</a:t>
            </a:r>
            <a:r>
              <a:rPr sz="3200" spc="-10" dirty="0">
                <a:solidFill>
                  <a:srgbClr val="D3D3D3"/>
                </a:solidFill>
                <a:latin typeface="Consolas"/>
                <a:cs typeface="Consolas"/>
              </a:rPr>
              <a:t>[</a:t>
            </a:r>
            <a:r>
              <a:rPr sz="3200" spc="-10" dirty="0">
                <a:solidFill>
                  <a:srgbClr val="9CDCFD"/>
                </a:solidFill>
                <a:latin typeface="Consolas"/>
                <a:cs typeface="Consolas"/>
              </a:rPr>
              <a:t>a4paper,12pt</a:t>
            </a:r>
            <a:r>
              <a:rPr sz="3200" spc="-10" dirty="0">
                <a:solidFill>
                  <a:srgbClr val="D3D3D3"/>
                </a:solidFill>
                <a:latin typeface="Consolas"/>
                <a:cs typeface="Consolas"/>
              </a:rPr>
              <a:t>]{</a:t>
            </a:r>
            <a:r>
              <a:rPr sz="3200" spc="-10" dirty="0">
                <a:solidFill>
                  <a:srgbClr val="4EC8AF"/>
                </a:solidFill>
                <a:latin typeface="Consolas"/>
                <a:cs typeface="Consolas"/>
              </a:rPr>
              <a:t>article</a:t>
            </a:r>
            <a:r>
              <a:rPr sz="3200" spc="-10" dirty="0">
                <a:solidFill>
                  <a:srgbClr val="D3D3D3"/>
                </a:solidFill>
                <a:latin typeface="Consolas"/>
                <a:cs typeface="Consolas"/>
              </a:rPr>
              <a:t>}</a:t>
            </a:r>
            <a:endParaRPr sz="32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925"/>
              </a:spcBef>
            </a:pPr>
            <a:r>
              <a:rPr sz="3200" spc="-10" dirty="0">
                <a:solidFill>
                  <a:srgbClr val="C585C0"/>
                </a:solidFill>
                <a:latin typeface="Consolas"/>
                <a:cs typeface="Consolas"/>
              </a:rPr>
              <a:t>\usepackage</a:t>
            </a:r>
            <a:r>
              <a:rPr sz="3200" spc="-10" dirty="0">
                <a:solidFill>
                  <a:srgbClr val="D3D3D3"/>
                </a:solidFill>
                <a:latin typeface="Consolas"/>
                <a:cs typeface="Consolas"/>
              </a:rPr>
              <a:t>[</a:t>
            </a:r>
            <a:r>
              <a:rPr sz="3200" spc="-10" dirty="0">
                <a:solidFill>
                  <a:srgbClr val="9CDCFD"/>
                </a:solidFill>
                <a:latin typeface="Consolas"/>
                <a:cs typeface="Consolas"/>
              </a:rPr>
              <a:t>english</a:t>
            </a:r>
            <a:r>
              <a:rPr sz="3200" spc="-10" dirty="0">
                <a:solidFill>
                  <a:srgbClr val="D3D3D3"/>
                </a:solidFill>
                <a:latin typeface="Consolas"/>
                <a:cs typeface="Consolas"/>
              </a:rPr>
              <a:t>]{</a:t>
            </a:r>
            <a:r>
              <a:rPr sz="3200" spc="-10" dirty="0">
                <a:solidFill>
                  <a:srgbClr val="4EC8AF"/>
                </a:solidFill>
                <a:latin typeface="Consolas"/>
                <a:cs typeface="Consolas"/>
              </a:rPr>
              <a:t>babel</a:t>
            </a:r>
            <a:r>
              <a:rPr sz="3200" spc="-10" dirty="0">
                <a:solidFill>
                  <a:srgbClr val="D3D3D3"/>
                </a:solidFill>
                <a:latin typeface="Consolas"/>
                <a:cs typeface="Consolas"/>
              </a:rPr>
              <a:t>}</a:t>
            </a:r>
            <a:endParaRPr sz="32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920"/>
              </a:spcBef>
            </a:pPr>
            <a:r>
              <a:rPr sz="3200" spc="-10" dirty="0">
                <a:solidFill>
                  <a:srgbClr val="C585C0"/>
                </a:solidFill>
                <a:latin typeface="Consolas"/>
                <a:cs typeface="Consolas"/>
              </a:rPr>
              <a:t>\usepackage</a:t>
            </a:r>
            <a:r>
              <a:rPr sz="3200" spc="-10" dirty="0">
                <a:solidFill>
                  <a:srgbClr val="D3D3D3"/>
                </a:solidFill>
                <a:latin typeface="Consolas"/>
                <a:cs typeface="Consolas"/>
              </a:rPr>
              <a:t>{</a:t>
            </a:r>
            <a:r>
              <a:rPr sz="3200" spc="-10" dirty="0">
                <a:solidFill>
                  <a:srgbClr val="4EC8AF"/>
                </a:solidFill>
                <a:latin typeface="Consolas"/>
                <a:cs typeface="Consolas"/>
              </a:rPr>
              <a:t>blindtext</a:t>
            </a:r>
            <a:r>
              <a:rPr sz="3200" spc="-10" dirty="0">
                <a:solidFill>
                  <a:srgbClr val="D3D3D3"/>
                </a:solidFill>
                <a:latin typeface="Consolas"/>
                <a:cs typeface="Consolas"/>
              </a:rPr>
              <a:t>}</a:t>
            </a:r>
            <a:endParaRPr sz="32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920"/>
              </a:spcBef>
            </a:pPr>
            <a:r>
              <a:rPr sz="3200" spc="-10" dirty="0">
                <a:solidFill>
                  <a:srgbClr val="DCDCAA"/>
                </a:solidFill>
                <a:latin typeface="Consolas"/>
                <a:cs typeface="Consolas"/>
              </a:rPr>
              <a:t>\begin</a:t>
            </a:r>
            <a:r>
              <a:rPr sz="3200" spc="-10" dirty="0">
                <a:solidFill>
                  <a:srgbClr val="D3D3D3"/>
                </a:solidFill>
                <a:latin typeface="Consolas"/>
                <a:cs typeface="Consolas"/>
              </a:rPr>
              <a:t>{</a:t>
            </a:r>
            <a:r>
              <a:rPr sz="3200" spc="-10" dirty="0">
                <a:solidFill>
                  <a:srgbClr val="9CDCFD"/>
                </a:solidFill>
                <a:latin typeface="Consolas"/>
                <a:cs typeface="Consolas"/>
              </a:rPr>
              <a:t>document</a:t>
            </a:r>
            <a:r>
              <a:rPr sz="3200" spc="-10" dirty="0">
                <a:solidFill>
                  <a:srgbClr val="D3D3D3"/>
                </a:solidFill>
                <a:latin typeface="Consolas"/>
                <a:cs typeface="Consolas"/>
              </a:rPr>
              <a:t>}</a:t>
            </a:r>
            <a:endParaRPr sz="32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920"/>
              </a:spcBef>
            </a:pPr>
            <a:r>
              <a:rPr sz="3200" spc="-10" dirty="0">
                <a:solidFill>
                  <a:srgbClr val="DCDCAA"/>
                </a:solidFill>
                <a:latin typeface="Consolas"/>
                <a:cs typeface="Consolas"/>
              </a:rPr>
              <a:t>\twocolumn</a:t>
            </a:r>
            <a:endParaRPr sz="32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925"/>
              </a:spcBef>
            </a:pPr>
            <a:r>
              <a:rPr sz="3200" spc="-10" dirty="0">
                <a:solidFill>
                  <a:srgbClr val="DCDCAA"/>
                </a:solidFill>
                <a:latin typeface="Consolas"/>
                <a:cs typeface="Consolas"/>
              </a:rPr>
              <a:t>\blindtext</a:t>
            </a:r>
            <a:r>
              <a:rPr sz="3200" spc="-10" dirty="0">
                <a:solidFill>
                  <a:srgbClr val="D3D3D3"/>
                </a:solidFill>
                <a:latin typeface="Consolas"/>
                <a:cs typeface="Consolas"/>
              </a:rPr>
              <a:t>[5]</a:t>
            </a:r>
            <a:endParaRPr sz="32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920"/>
              </a:spcBef>
            </a:pPr>
            <a:r>
              <a:rPr sz="3200" spc="-10" dirty="0">
                <a:solidFill>
                  <a:srgbClr val="DCDCAA"/>
                </a:solidFill>
                <a:latin typeface="Consolas"/>
                <a:cs typeface="Consolas"/>
              </a:rPr>
              <a:t>\end</a:t>
            </a:r>
            <a:r>
              <a:rPr sz="3200" spc="-10" dirty="0">
                <a:solidFill>
                  <a:srgbClr val="D3D3D3"/>
                </a:solidFill>
                <a:latin typeface="Consolas"/>
                <a:cs typeface="Consolas"/>
              </a:rPr>
              <a:t>{</a:t>
            </a:r>
            <a:r>
              <a:rPr sz="3200" spc="-10" dirty="0">
                <a:solidFill>
                  <a:srgbClr val="9CDCFD"/>
                </a:solidFill>
                <a:latin typeface="Consolas"/>
                <a:cs typeface="Consolas"/>
              </a:rPr>
              <a:t>document</a:t>
            </a:r>
            <a:r>
              <a:rPr sz="3200" spc="-10" dirty="0">
                <a:solidFill>
                  <a:srgbClr val="D3D3D3"/>
                </a:solidFill>
                <a:latin typeface="Consolas"/>
                <a:cs typeface="Consolas"/>
              </a:rPr>
              <a:t>}</a:t>
            </a:r>
            <a:endParaRPr sz="3200" dirty="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3278" rIns="0" bIns="0" rtlCol="0">
            <a:spAutoFit/>
          </a:bodyPr>
          <a:lstStyle/>
          <a:p>
            <a:pPr marL="2301875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Two</a:t>
            </a:r>
            <a:r>
              <a:rPr spc="-145" dirty="0"/>
              <a:t> </a:t>
            </a:r>
            <a:r>
              <a:rPr dirty="0"/>
              <a:t>Columns</a:t>
            </a:r>
            <a:r>
              <a:rPr spc="-140" dirty="0"/>
              <a:t> </a:t>
            </a:r>
            <a:r>
              <a:rPr spc="-10" dirty="0"/>
              <a:t>(</a:t>
            </a:r>
            <a:r>
              <a:rPr spc="-10" dirty="0">
                <a:solidFill>
                  <a:srgbClr val="FFFF00"/>
                </a:solidFill>
              </a:rPr>
              <a:t>Output</a:t>
            </a:r>
            <a:r>
              <a:rPr spc="-10" dirty="0"/>
              <a:t>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3747" y="1244219"/>
            <a:ext cx="10869168" cy="3924934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3278" rIns="0" bIns="0" rtlCol="0">
            <a:spAutoFit/>
          </a:bodyPr>
          <a:lstStyle/>
          <a:p>
            <a:pPr marL="2759075">
              <a:lnSpc>
                <a:spcPct val="100000"/>
              </a:lnSpc>
              <a:spcBef>
                <a:spcPts val="100"/>
              </a:spcBef>
            </a:pPr>
            <a:r>
              <a:rPr dirty="0"/>
              <a:t>Multiple</a:t>
            </a:r>
            <a:r>
              <a:rPr spc="-50" dirty="0"/>
              <a:t> </a:t>
            </a:r>
            <a:r>
              <a:rPr spc="-10" dirty="0"/>
              <a:t>Columns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92912" y="1064513"/>
            <a:ext cx="6664325" cy="51466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solidFill>
                  <a:srgbClr val="C585C0"/>
                </a:solidFill>
                <a:latin typeface="Consolas"/>
                <a:cs typeface="Consolas"/>
              </a:rPr>
              <a:t>\documentclass</a:t>
            </a:r>
            <a:r>
              <a:rPr sz="2800" spc="-10" dirty="0">
                <a:solidFill>
                  <a:srgbClr val="D3D3D3"/>
                </a:solidFill>
                <a:latin typeface="Consolas"/>
                <a:cs typeface="Consolas"/>
              </a:rPr>
              <a:t>{</a:t>
            </a:r>
            <a:r>
              <a:rPr sz="2800" spc="-10" dirty="0">
                <a:solidFill>
                  <a:srgbClr val="4EC8AF"/>
                </a:solidFill>
                <a:latin typeface="Consolas"/>
                <a:cs typeface="Consolas"/>
              </a:rPr>
              <a:t>article</a:t>
            </a:r>
            <a:r>
              <a:rPr sz="2800" spc="-10" dirty="0">
                <a:solidFill>
                  <a:srgbClr val="D3D3D3"/>
                </a:solidFill>
                <a:latin typeface="Consolas"/>
                <a:cs typeface="Consolas"/>
              </a:rPr>
              <a:t>}</a:t>
            </a:r>
            <a:endParaRPr sz="2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2800" spc="-10" dirty="0">
                <a:solidFill>
                  <a:srgbClr val="C585C0"/>
                </a:solidFill>
                <a:latin typeface="Consolas"/>
                <a:cs typeface="Consolas"/>
              </a:rPr>
              <a:t>\usepackage</a:t>
            </a:r>
            <a:r>
              <a:rPr sz="2800" spc="-10" dirty="0">
                <a:solidFill>
                  <a:srgbClr val="D3D3D3"/>
                </a:solidFill>
                <a:latin typeface="Consolas"/>
                <a:cs typeface="Consolas"/>
              </a:rPr>
              <a:t>{</a:t>
            </a:r>
            <a:r>
              <a:rPr sz="2800" spc="-10" dirty="0">
                <a:solidFill>
                  <a:srgbClr val="4EC8AF"/>
                </a:solidFill>
                <a:latin typeface="Consolas"/>
                <a:cs typeface="Consolas"/>
              </a:rPr>
              <a:t>blindtext</a:t>
            </a:r>
            <a:r>
              <a:rPr sz="2800" spc="-10" dirty="0">
                <a:solidFill>
                  <a:srgbClr val="D3D3D3"/>
                </a:solidFill>
                <a:latin typeface="Consolas"/>
                <a:cs typeface="Consolas"/>
              </a:rPr>
              <a:t>}</a:t>
            </a:r>
            <a:endParaRPr sz="2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2800" spc="-10" dirty="0">
                <a:solidFill>
                  <a:srgbClr val="C585C0"/>
                </a:solidFill>
                <a:latin typeface="Consolas"/>
                <a:cs typeface="Consolas"/>
              </a:rPr>
              <a:t>\usepackage</a:t>
            </a:r>
            <a:r>
              <a:rPr sz="2800" spc="-10" dirty="0">
                <a:solidFill>
                  <a:srgbClr val="D3D3D3"/>
                </a:solidFill>
                <a:latin typeface="Consolas"/>
                <a:cs typeface="Consolas"/>
              </a:rPr>
              <a:t>{</a:t>
            </a:r>
            <a:r>
              <a:rPr sz="2800" spc="-10" dirty="0">
                <a:solidFill>
                  <a:srgbClr val="4EC8AF"/>
                </a:solidFill>
                <a:latin typeface="Consolas"/>
                <a:cs typeface="Consolas"/>
              </a:rPr>
              <a:t>multicol</a:t>
            </a:r>
            <a:r>
              <a:rPr sz="2800" spc="-10" dirty="0">
                <a:solidFill>
                  <a:srgbClr val="D3D3D3"/>
                </a:solidFill>
                <a:latin typeface="Consolas"/>
                <a:cs typeface="Consolas"/>
              </a:rPr>
              <a:t>}</a:t>
            </a:r>
            <a:endParaRPr sz="2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2800" spc="-10" dirty="0">
                <a:solidFill>
                  <a:srgbClr val="DCDCAA"/>
                </a:solidFill>
                <a:latin typeface="Consolas"/>
                <a:cs typeface="Consolas"/>
              </a:rPr>
              <a:t>\begin</a:t>
            </a:r>
            <a:r>
              <a:rPr sz="2800" spc="-10" dirty="0">
                <a:solidFill>
                  <a:srgbClr val="D3D3D3"/>
                </a:solidFill>
                <a:latin typeface="Consolas"/>
                <a:cs typeface="Consolas"/>
              </a:rPr>
              <a:t>{</a:t>
            </a:r>
            <a:r>
              <a:rPr sz="2800" spc="-10" dirty="0">
                <a:solidFill>
                  <a:srgbClr val="9CDCFD"/>
                </a:solidFill>
                <a:latin typeface="Consolas"/>
                <a:cs typeface="Consolas"/>
              </a:rPr>
              <a:t>document</a:t>
            </a:r>
            <a:r>
              <a:rPr sz="2800" spc="-10" dirty="0">
                <a:solidFill>
                  <a:srgbClr val="D3D3D3"/>
                </a:solidFill>
                <a:latin typeface="Consolas"/>
                <a:cs typeface="Consolas"/>
              </a:rPr>
              <a:t>}</a:t>
            </a:r>
            <a:endParaRPr sz="2800">
              <a:latin typeface="Consolas"/>
              <a:cs typeface="Consolas"/>
            </a:endParaRPr>
          </a:p>
          <a:p>
            <a:pPr marL="12700" marR="2738120">
              <a:lnSpc>
                <a:spcPct val="100000"/>
              </a:lnSpc>
            </a:pPr>
            <a:r>
              <a:rPr sz="2800" spc="-10" dirty="0">
                <a:solidFill>
                  <a:srgbClr val="DCDCAA"/>
                </a:solidFill>
                <a:latin typeface="Consolas"/>
                <a:cs typeface="Consolas"/>
              </a:rPr>
              <a:t>\begin</a:t>
            </a:r>
            <a:r>
              <a:rPr sz="2800" spc="-10" dirty="0">
                <a:solidFill>
                  <a:srgbClr val="D3D3D3"/>
                </a:solidFill>
                <a:latin typeface="Consolas"/>
                <a:cs typeface="Consolas"/>
              </a:rPr>
              <a:t>{</a:t>
            </a:r>
            <a:r>
              <a:rPr sz="2800" spc="-10" dirty="0">
                <a:solidFill>
                  <a:srgbClr val="9CDCFD"/>
                </a:solidFill>
                <a:latin typeface="Consolas"/>
                <a:cs typeface="Consolas"/>
              </a:rPr>
              <a:t>multicols</a:t>
            </a:r>
            <a:r>
              <a:rPr sz="2800" spc="-10" dirty="0">
                <a:solidFill>
                  <a:srgbClr val="D3D3D3"/>
                </a:solidFill>
                <a:latin typeface="Consolas"/>
                <a:cs typeface="Consolas"/>
              </a:rPr>
              <a:t>}{3} </a:t>
            </a:r>
            <a:r>
              <a:rPr sz="2800" spc="-50" dirty="0">
                <a:solidFill>
                  <a:srgbClr val="D3D3D3"/>
                </a:solidFill>
                <a:latin typeface="Consolas"/>
                <a:cs typeface="Consolas"/>
              </a:rPr>
              <a:t>[</a:t>
            </a:r>
            <a:endParaRPr sz="2800">
              <a:latin typeface="Consolas"/>
              <a:cs typeface="Consolas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sz="2800" dirty="0">
                <a:solidFill>
                  <a:srgbClr val="DCDCAA"/>
                </a:solidFill>
                <a:latin typeface="Consolas"/>
                <a:cs typeface="Consolas"/>
              </a:rPr>
              <a:t>\section</a:t>
            </a:r>
            <a:r>
              <a:rPr sz="2800" dirty="0">
                <a:solidFill>
                  <a:srgbClr val="D3D3D3"/>
                </a:solidFill>
                <a:latin typeface="Consolas"/>
                <a:cs typeface="Consolas"/>
              </a:rPr>
              <a:t>{Multiple</a:t>
            </a:r>
            <a:r>
              <a:rPr sz="2800" spc="-20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D3D3D3"/>
                </a:solidFill>
                <a:latin typeface="Consolas"/>
                <a:cs typeface="Consolas"/>
              </a:rPr>
              <a:t>Columns</a:t>
            </a:r>
            <a:r>
              <a:rPr sz="2800" spc="-204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2800" spc="-10" dirty="0">
                <a:solidFill>
                  <a:srgbClr val="D3D3D3"/>
                </a:solidFill>
                <a:latin typeface="Consolas"/>
                <a:cs typeface="Consolas"/>
              </a:rPr>
              <a:t>Example} </a:t>
            </a:r>
            <a:r>
              <a:rPr sz="2800" dirty="0">
                <a:solidFill>
                  <a:srgbClr val="D3D3D3"/>
                </a:solidFill>
                <a:latin typeface="Consolas"/>
                <a:cs typeface="Consolas"/>
              </a:rPr>
              <a:t>This</a:t>
            </a:r>
            <a:r>
              <a:rPr sz="2800" spc="-6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D3D3D3"/>
                </a:solidFill>
                <a:latin typeface="Consolas"/>
                <a:cs typeface="Consolas"/>
              </a:rPr>
              <a:t>is</a:t>
            </a:r>
            <a:r>
              <a:rPr sz="2800" spc="-5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D3D3D3"/>
                </a:solidFill>
                <a:latin typeface="Consolas"/>
                <a:cs typeface="Consolas"/>
              </a:rPr>
              <a:t>a</a:t>
            </a:r>
            <a:r>
              <a:rPr sz="2800" spc="-5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D3D3D3"/>
                </a:solidFill>
                <a:latin typeface="Consolas"/>
                <a:cs typeface="Consolas"/>
              </a:rPr>
              <a:t>document</a:t>
            </a:r>
            <a:r>
              <a:rPr sz="2800" spc="-6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D3D3D3"/>
                </a:solidFill>
                <a:latin typeface="Consolas"/>
                <a:cs typeface="Consolas"/>
              </a:rPr>
              <a:t>with</a:t>
            </a:r>
            <a:r>
              <a:rPr sz="2800" spc="-5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D3D3D3"/>
                </a:solidFill>
                <a:latin typeface="Consolas"/>
                <a:cs typeface="Consolas"/>
              </a:rPr>
              <a:t>3</a:t>
            </a:r>
            <a:r>
              <a:rPr sz="2800" spc="-6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2800" spc="-10" dirty="0">
                <a:solidFill>
                  <a:srgbClr val="D3D3D3"/>
                </a:solidFill>
                <a:latin typeface="Consolas"/>
                <a:cs typeface="Consolas"/>
              </a:rPr>
              <a:t>columns.</a:t>
            </a:r>
            <a:endParaRPr sz="2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2800" spc="-50" dirty="0">
                <a:solidFill>
                  <a:srgbClr val="D3D3D3"/>
                </a:solidFill>
                <a:latin typeface="Consolas"/>
                <a:cs typeface="Consolas"/>
              </a:rPr>
              <a:t>]</a:t>
            </a:r>
            <a:endParaRPr sz="2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2800" spc="-10" dirty="0">
                <a:solidFill>
                  <a:srgbClr val="DCDCAA"/>
                </a:solidFill>
                <a:latin typeface="Consolas"/>
                <a:cs typeface="Consolas"/>
              </a:rPr>
              <a:t>\blindtext</a:t>
            </a:r>
            <a:r>
              <a:rPr sz="2800" spc="-10" dirty="0">
                <a:solidFill>
                  <a:srgbClr val="D3D3D3"/>
                </a:solidFill>
                <a:latin typeface="Consolas"/>
                <a:cs typeface="Consolas"/>
              </a:rPr>
              <a:t>[2]</a:t>
            </a:r>
            <a:endParaRPr sz="2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2800" spc="-10" dirty="0">
                <a:solidFill>
                  <a:srgbClr val="DCDCAA"/>
                </a:solidFill>
                <a:latin typeface="Consolas"/>
                <a:cs typeface="Consolas"/>
              </a:rPr>
              <a:t>\end</a:t>
            </a:r>
            <a:r>
              <a:rPr sz="2800" spc="-10" dirty="0">
                <a:solidFill>
                  <a:srgbClr val="D3D3D3"/>
                </a:solidFill>
                <a:latin typeface="Consolas"/>
                <a:cs typeface="Consolas"/>
              </a:rPr>
              <a:t>{</a:t>
            </a:r>
            <a:r>
              <a:rPr sz="2800" spc="-10" dirty="0">
                <a:solidFill>
                  <a:srgbClr val="9CDCFD"/>
                </a:solidFill>
                <a:latin typeface="Consolas"/>
                <a:cs typeface="Consolas"/>
              </a:rPr>
              <a:t>multicols</a:t>
            </a:r>
            <a:r>
              <a:rPr sz="2800" spc="-10" dirty="0">
                <a:solidFill>
                  <a:srgbClr val="D3D3D3"/>
                </a:solidFill>
                <a:latin typeface="Consolas"/>
                <a:cs typeface="Consolas"/>
              </a:rPr>
              <a:t>}</a:t>
            </a:r>
            <a:endParaRPr sz="2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800" spc="-10" dirty="0">
                <a:solidFill>
                  <a:srgbClr val="DCDCAA"/>
                </a:solidFill>
                <a:latin typeface="Consolas"/>
                <a:cs typeface="Consolas"/>
              </a:rPr>
              <a:t>\end</a:t>
            </a:r>
            <a:r>
              <a:rPr sz="2800" spc="-10" dirty="0">
                <a:solidFill>
                  <a:srgbClr val="D3D3D3"/>
                </a:solidFill>
                <a:latin typeface="Consolas"/>
                <a:cs typeface="Consolas"/>
              </a:rPr>
              <a:t>{</a:t>
            </a:r>
            <a:r>
              <a:rPr sz="2800" spc="-10" dirty="0">
                <a:solidFill>
                  <a:srgbClr val="9CDCFD"/>
                </a:solidFill>
                <a:latin typeface="Consolas"/>
                <a:cs typeface="Consolas"/>
              </a:rPr>
              <a:t>document</a:t>
            </a:r>
            <a:r>
              <a:rPr sz="2800" spc="-10" dirty="0">
                <a:solidFill>
                  <a:srgbClr val="D3D3D3"/>
                </a:solidFill>
                <a:latin typeface="Consolas"/>
                <a:cs typeface="Consolas"/>
              </a:rPr>
              <a:t>}</a:t>
            </a:r>
            <a:endParaRPr sz="2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57729" y="95491"/>
            <a:ext cx="6876669" cy="633222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3278" rIns="0" bIns="0" rtlCol="0">
            <a:spAutoFit/>
          </a:bodyPr>
          <a:lstStyle/>
          <a:p>
            <a:pPr marL="2786380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Table</a:t>
            </a:r>
            <a:r>
              <a:rPr spc="-100" dirty="0"/>
              <a:t> </a:t>
            </a:r>
            <a:r>
              <a:rPr dirty="0"/>
              <a:t>of</a:t>
            </a:r>
            <a:r>
              <a:rPr spc="-70" dirty="0"/>
              <a:t> </a:t>
            </a:r>
            <a:r>
              <a:rPr spc="-10" dirty="0"/>
              <a:t>Contents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92912" y="1069086"/>
            <a:ext cx="9105900" cy="49041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solidFill>
                  <a:srgbClr val="C585C0"/>
                </a:solidFill>
                <a:latin typeface="Consolas"/>
                <a:cs typeface="Consolas"/>
              </a:rPr>
              <a:t>\documentclass</a:t>
            </a:r>
            <a:r>
              <a:rPr sz="2000" spc="-10" dirty="0">
                <a:solidFill>
                  <a:srgbClr val="D3D3D3"/>
                </a:solidFill>
                <a:latin typeface="Consolas"/>
                <a:cs typeface="Consolas"/>
              </a:rPr>
              <a:t>[</a:t>
            </a:r>
            <a:r>
              <a:rPr sz="2000" spc="-10" dirty="0">
                <a:solidFill>
                  <a:srgbClr val="9CDCFD"/>
                </a:solidFill>
                <a:latin typeface="Consolas"/>
                <a:cs typeface="Consolas"/>
              </a:rPr>
              <a:t>a4paper,12pt</a:t>
            </a:r>
            <a:r>
              <a:rPr sz="2000" spc="-10" dirty="0">
                <a:solidFill>
                  <a:srgbClr val="D3D3D3"/>
                </a:solidFill>
                <a:latin typeface="Consolas"/>
                <a:cs typeface="Consolas"/>
              </a:rPr>
              <a:t>]{</a:t>
            </a:r>
            <a:r>
              <a:rPr sz="2000" spc="-10" dirty="0">
                <a:solidFill>
                  <a:srgbClr val="4EC8AF"/>
                </a:solidFill>
                <a:latin typeface="Consolas"/>
                <a:cs typeface="Consolas"/>
              </a:rPr>
              <a:t>book</a:t>
            </a:r>
            <a:r>
              <a:rPr sz="2000" spc="-10" dirty="0">
                <a:solidFill>
                  <a:srgbClr val="D3D3D3"/>
                </a:solidFill>
                <a:latin typeface="Consolas"/>
                <a:cs typeface="Consolas"/>
              </a:rPr>
              <a:t>}</a:t>
            </a:r>
            <a:endParaRPr sz="20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2000" spc="-10" dirty="0">
                <a:solidFill>
                  <a:srgbClr val="C585C0"/>
                </a:solidFill>
                <a:latin typeface="Consolas"/>
                <a:cs typeface="Consolas"/>
              </a:rPr>
              <a:t>\usepackage</a:t>
            </a:r>
            <a:r>
              <a:rPr sz="2000" spc="-10" dirty="0">
                <a:solidFill>
                  <a:srgbClr val="D3D3D3"/>
                </a:solidFill>
                <a:latin typeface="Consolas"/>
                <a:cs typeface="Consolas"/>
              </a:rPr>
              <a:t>[</a:t>
            </a:r>
            <a:r>
              <a:rPr sz="2000" spc="-10" dirty="0">
                <a:solidFill>
                  <a:srgbClr val="9CDCFD"/>
                </a:solidFill>
                <a:latin typeface="Consolas"/>
                <a:cs typeface="Consolas"/>
              </a:rPr>
              <a:t>english</a:t>
            </a:r>
            <a:r>
              <a:rPr sz="2000" spc="-10" dirty="0">
                <a:solidFill>
                  <a:srgbClr val="D3D3D3"/>
                </a:solidFill>
                <a:latin typeface="Consolas"/>
                <a:cs typeface="Consolas"/>
              </a:rPr>
              <a:t>]{</a:t>
            </a:r>
            <a:r>
              <a:rPr sz="2000" spc="-10" dirty="0">
                <a:solidFill>
                  <a:srgbClr val="4EC8AF"/>
                </a:solidFill>
                <a:latin typeface="Consolas"/>
                <a:cs typeface="Consolas"/>
              </a:rPr>
              <a:t>babel</a:t>
            </a:r>
            <a:r>
              <a:rPr sz="2000" spc="-10" dirty="0">
                <a:solidFill>
                  <a:srgbClr val="D3D3D3"/>
                </a:solidFill>
                <a:latin typeface="Consolas"/>
                <a:cs typeface="Consolas"/>
              </a:rPr>
              <a:t>}</a:t>
            </a:r>
            <a:endParaRPr sz="20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2000" spc="-10" dirty="0">
                <a:solidFill>
                  <a:srgbClr val="C585C0"/>
                </a:solidFill>
                <a:latin typeface="Consolas"/>
                <a:cs typeface="Consolas"/>
              </a:rPr>
              <a:t>\usepackage</a:t>
            </a:r>
            <a:r>
              <a:rPr sz="2000" spc="-10" dirty="0">
                <a:solidFill>
                  <a:srgbClr val="D3D3D3"/>
                </a:solidFill>
                <a:latin typeface="Consolas"/>
                <a:cs typeface="Consolas"/>
              </a:rPr>
              <a:t>{</a:t>
            </a:r>
            <a:r>
              <a:rPr sz="2000" spc="-10" dirty="0">
                <a:solidFill>
                  <a:srgbClr val="4EC8AF"/>
                </a:solidFill>
                <a:latin typeface="Consolas"/>
                <a:cs typeface="Consolas"/>
              </a:rPr>
              <a:t>blindtext</a:t>
            </a:r>
            <a:r>
              <a:rPr sz="2000" spc="-10" dirty="0">
                <a:solidFill>
                  <a:srgbClr val="D3D3D3"/>
                </a:solidFill>
                <a:latin typeface="Consolas"/>
                <a:cs typeface="Consolas"/>
              </a:rPr>
              <a:t>}</a:t>
            </a:r>
            <a:endParaRPr sz="20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solidFill>
                  <a:srgbClr val="C585C0"/>
                </a:solidFill>
                <a:latin typeface="Consolas"/>
                <a:cs typeface="Consolas"/>
              </a:rPr>
              <a:t>\usepackage</a:t>
            </a:r>
            <a:r>
              <a:rPr sz="2000" dirty="0">
                <a:solidFill>
                  <a:srgbClr val="D3D3D3"/>
                </a:solidFill>
                <a:latin typeface="Consolas"/>
                <a:cs typeface="Consolas"/>
              </a:rPr>
              <a:t>[</a:t>
            </a:r>
            <a:r>
              <a:rPr sz="2000" dirty="0">
                <a:solidFill>
                  <a:srgbClr val="9CDCFD"/>
                </a:solidFill>
                <a:latin typeface="Consolas"/>
                <a:cs typeface="Consolas"/>
              </a:rPr>
              <a:t>a4paper,</a:t>
            </a:r>
            <a:r>
              <a:rPr sz="2000" spc="-60" dirty="0">
                <a:solidFill>
                  <a:srgbClr val="9CDCFD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9CDCFD"/>
                </a:solidFill>
                <a:latin typeface="Consolas"/>
                <a:cs typeface="Consolas"/>
              </a:rPr>
              <a:t>inner=1.5cm,</a:t>
            </a:r>
            <a:r>
              <a:rPr sz="2000" spc="-50" dirty="0">
                <a:solidFill>
                  <a:srgbClr val="9CDCFD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9CDCFD"/>
                </a:solidFill>
                <a:latin typeface="Consolas"/>
                <a:cs typeface="Consolas"/>
              </a:rPr>
              <a:t>outer=3cm,</a:t>
            </a:r>
            <a:r>
              <a:rPr sz="2000" spc="-50" dirty="0">
                <a:solidFill>
                  <a:srgbClr val="9CDCFD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9CDCFD"/>
                </a:solidFill>
                <a:latin typeface="Consolas"/>
                <a:cs typeface="Consolas"/>
              </a:rPr>
              <a:t>top=2cm,</a:t>
            </a:r>
            <a:r>
              <a:rPr sz="2000" spc="-50" dirty="0">
                <a:solidFill>
                  <a:srgbClr val="9CDCFD"/>
                </a:solidFill>
                <a:latin typeface="Consolas"/>
                <a:cs typeface="Consolas"/>
              </a:rPr>
              <a:t> </a:t>
            </a:r>
            <a:r>
              <a:rPr sz="2000" spc="-10" dirty="0">
                <a:solidFill>
                  <a:srgbClr val="9CDCFD"/>
                </a:solidFill>
                <a:latin typeface="Consolas"/>
                <a:cs typeface="Consolas"/>
              </a:rPr>
              <a:t>bottom=3cm,</a:t>
            </a:r>
            <a:endParaRPr sz="20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solidFill>
                  <a:srgbClr val="9CDCFD"/>
                </a:solidFill>
                <a:latin typeface="Consolas"/>
                <a:cs typeface="Consolas"/>
              </a:rPr>
              <a:t>bindingoffset=1cm</a:t>
            </a:r>
            <a:r>
              <a:rPr sz="2000" dirty="0">
                <a:solidFill>
                  <a:srgbClr val="D3D3D3"/>
                </a:solidFill>
                <a:latin typeface="Consolas"/>
                <a:cs typeface="Consolas"/>
              </a:rPr>
              <a:t>]</a:t>
            </a:r>
            <a:r>
              <a:rPr sz="2000" spc="-5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2000" spc="-10" dirty="0">
                <a:solidFill>
                  <a:srgbClr val="D3D3D3"/>
                </a:solidFill>
                <a:latin typeface="Consolas"/>
                <a:cs typeface="Consolas"/>
              </a:rPr>
              <a:t>{</a:t>
            </a:r>
            <a:r>
              <a:rPr sz="2000" spc="-10" dirty="0">
                <a:solidFill>
                  <a:srgbClr val="4EC8AF"/>
                </a:solidFill>
                <a:latin typeface="Consolas"/>
                <a:cs typeface="Consolas"/>
              </a:rPr>
              <a:t>geometry</a:t>
            </a:r>
            <a:r>
              <a:rPr sz="2000" spc="-10" dirty="0">
                <a:solidFill>
                  <a:srgbClr val="D3D3D3"/>
                </a:solidFill>
                <a:latin typeface="Consolas"/>
                <a:cs typeface="Consolas"/>
              </a:rPr>
              <a:t>}</a:t>
            </a:r>
            <a:endParaRPr sz="20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2000" spc="-10" dirty="0">
                <a:solidFill>
                  <a:srgbClr val="DCDCAA"/>
                </a:solidFill>
                <a:latin typeface="Consolas"/>
                <a:cs typeface="Consolas"/>
              </a:rPr>
              <a:t>\begin</a:t>
            </a:r>
            <a:r>
              <a:rPr sz="2000" spc="-10" dirty="0">
                <a:solidFill>
                  <a:srgbClr val="D3D3D3"/>
                </a:solidFill>
                <a:latin typeface="Consolas"/>
                <a:cs typeface="Consolas"/>
              </a:rPr>
              <a:t>{</a:t>
            </a:r>
            <a:r>
              <a:rPr sz="2000" spc="-10" dirty="0">
                <a:solidFill>
                  <a:srgbClr val="9CDCFD"/>
                </a:solidFill>
                <a:latin typeface="Consolas"/>
                <a:cs typeface="Consolas"/>
              </a:rPr>
              <a:t>document</a:t>
            </a:r>
            <a:r>
              <a:rPr sz="2000" spc="-10" dirty="0">
                <a:solidFill>
                  <a:srgbClr val="D3D3D3"/>
                </a:solidFill>
                <a:latin typeface="Consolas"/>
                <a:cs typeface="Consolas"/>
              </a:rPr>
              <a:t>}</a:t>
            </a:r>
            <a:endParaRPr sz="20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2000" spc="-10" dirty="0">
                <a:solidFill>
                  <a:srgbClr val="DCDCAA"/>
                </a:solidFill>
                <a:latin typeface="Consolas"/>
                <a:cs typeface="Consolas"/>
              </a:rPr>
              <a:t>\tableofcontents</a:t>
            </a:r>
            <a:endParaRPr sz="20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solidFill>
                  <a:srgbClr val="DCDCAA"/>
                </a:solidFill>
                <a:latin typeface="Consolas"/>
                <a:cs typeface="Consolas"/>
              </a:rPr>
              <a:t>\chapter</a:t>
            </a:r>
            <a:r>
              <a:rPr sz="2000" dirty="0">
                <a:solidFill>
                  <a:srgbClr val="D3D3D3"/>
                </a:solidFill>
                <a:latin typeface="Consolas"/>
                <a:cs typeface="Consolas"/>
              </a:rPr>
              <a:t>{Exploring</a:t>
            </a:r>
            <a:r>
              <a:rPr sz="2000" spc="-5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D3D3D3"/>
                </a:solidFill>
                <a:latin typeface="Consolas"/>
                <a:cs typeface="Consolas"/>
              </a:rPr>
              <a:t>the</a:t>
            </a:r>
            <a:r>
              <a:rPr sz="2000" spc="-3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D3D3D3"/>
                </a:solidFill>
                <a:latin typeface="Consolas"/>
                <a:cs typeface="Consolas"/>
              </a:rPr>
              <a:t>page</a:t>
            </a:r>
            <a:r>
              <a:rPr sz="2000" spc="-2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2000" spc="-10" dirty="0">
                <a:solidFill>
                  <a:srgbClr val="D3D3D3"/>
                </a:solidFill>
                <a:latin typeface="Consolas"/>
                <a:cs typeface="Consolas"/>
              </a:rPr>
              <a:t>layout}</a:t>
            </a:r>
            <a:endParaRPr sz="20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solidFill>
                  <a:srgbClr val="D3D3D3"/>
                </a:solidFill>
                <a:latin typeface="Consolas"/>
                <a:cs typeface="Consolas"/>
              </a:rPr>
              <a:t>In</a:t>
            </a:r>
            <a:r>
              <a:rPr sz="2000" spc="-2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D3D3D3"/>
                </a:solidFill>
                <a:latin typeface="Consolas"/>
                <a:cs typeface="Consolas"/>
              </a:rPr>
              <a:t>this</a:t>
            </a:r>
            <a:r>
              <a:rPr sz="2000" spc="-1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D3D3D3"/>
                </a:solidFill>
                <a:latin typeface="Consolas"/>
                <a:cs typeface="Consolas"/>
              </a:rPr>
              <a:t>chapter</a:t>
            </a:r>
            <a:r>
              <a:rPr sz="2000" spc="-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D3D3D3"/>
                </a:solidFill>
                <a:latin typeface="Consolas"/>
                <a:cs typeface="Consolas"/>
              </a:rPr>
              <a:t>we</a:t>
            </a:r>
            <a:r>
              <a:rPr sz="2000" spc="-1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D3D3D3"/>
                </a:solidFill>
                <a:latin typeface="Consolas"/>
                <a:cs typeface="Consolas"/>
              </a:rPr>
              <a:t>will</a:t>
            </a:r>
            <a:r>
              <a:rPr sz="2000" spc="-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D3D3D3"/>
                </a:solidFill>
                <a:latin typeface="Consolas"/>
                <a:cs typeface="Consolas"/>
              </a:rPr>
              <a:t>study</a:t>
            </a:r>
            <a:r>
              <a:rPr sz="2000" spc="-1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D3D3D3"/>
                </a:solidFill>
                <a:latin typeface="Consolas"/>
                <a:cs typeface="Consolas"/>
              </a:rPr>
              <a:t>the</a:t>
            </a:r>
            <a:r>
              <a:rPr sz="2000" spc="-1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D3D3D3"/>
                </a:solidFill>
                <a:latin typeface="Consolas"/>
                <a:cs typeface="Consolas"/>
              </a:rPr>
              <a:t>layout</a:t>
            </a:r>
            <a:r>
              <a:rPr sz="2000" spc="-1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D3D3D3"/>
                </a:solidFill>
                <a:latin typeface="Consolas"/>
                <a:cs typeface="Consolas"/>
              </a:rPr>
              <a:t>of</a:t>
            </a:r>
            <a:r>
              <a:rPr sz="2000" spc="-2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2000" spc="-10" dirty="0">
                <a:solidFill>
                  <a:srgbClr val="D3D3D3"/>
                </a:solidFill>
                <a:latin typeface="Consolas"/>
                <a:cs typeface="Consolas"/>
              </a:rPr>
              <a:t>pages.</a:t>
            </a:r>
            <a:endParaRPr sz="20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solidFill>
                  <a:srgbClr val="DCDCAA"/>
                </a:solidFill>
                <a:latin typeface="Consolas"/>
                <a:cs typeface="Consolas"/>
              </a:rPr>
              <a:t>\section</a:t>
            </a:r>
            <a:r>
              <a:rPr sz="2000" dirty="0">
                <a:solidFill>
                  <a:srgbClr val="D3D3D3"/>
                </a:solidFill>
                <a:latin typeface="Consolas"/>
                <a:cs typeface="Consolas"/>
              </a:rPr>
              <a:t>{Some</a:t>
            </a:r>
            <a:r>
              <a:rPr sz="2000" spc="-3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D3D3D3"/>
                </a:solidFill>
                <a:latin typeface="Consolas"/>
                <a:cs typeface="Consolas"/>
              </a:rPr>
              <a:t>filler</a:t>
            </a:r>
            <a:r>
              <a:rPr sz="2000" spc="-3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2000" spc="-10" dirty="0">
                <a:solidFill>
                  <a:srgbClr val="D3D3D3"/>
                </a:solidFill>
                <a:latin typeface="Consolas"/>
                <a:cs typeface="Consolas"/>
              </a:rPr>
              <a:t>text}</a:t>
            </a:r>
            <a:endParaRPr sz="20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2000" spc="-10" dirty="0">
                <a:solidFill>
                  <a:srgbClr val="DCDCAA"/>
                </a:solidFill>
                <a:latin typeface="Consolas"/>
                <a:cs typeface="Consolas"/>
              </a:rPr>
              <a:t>\blindtext</a:t>
            </a:r>
            <a:endParaRPr sz="20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solidFill>
                  <a:srgbClr val="DCDCAA"/>
                </a:solidFill>
                <a:latin typeface="Consolas"/>
                <a:cs typeface="Consolas"/>
              </a:rPr>
              <a:t>\section</a:t>
            </a:r>
            <a:r>
              <a:rPr sz="2000" dirty="0">
                <a:solidFill>
                  <a:srgbClr val="D3D3D3"/>
                </a:solidFill>
                <a:latin typeface="Consolas"/>
                <a:cs typeface="Consolas"/>
              </a:rPr>
              <a:t>{A</a:t>
            </a:r>
            <a:r>
              <a:rPr sz="2000" spc="-4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D3D3D3"/>
                </a:solidFill>
                <a:latin typeface="Consolas"/>
                <a:cs typeface="Consolas"/>
              </a:rPr>
              <a:t>lot</a:t>
            </a:r>
            <a:r>
              <a:rPr sz="2000" spc="-2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D3D3D3"/>
                </a:solidFill>
                <a:latin typeface="Consolas"/>
                <a:cs typeface="Consolas"/>
              </a:rPr>
              <a:t>more</a:t>
            </a:r>
            <a:r>
              <a:rPr sz="2000" spc="-1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D3D3D3"/>
                </a:solidFill>
                <a:latin typeface="Consolas"/>
                <a:cs typeface="Consolas"/>
              </a:rPr>
              <a:t>filler</a:t>
            </a:r>
            <a:r>
              <a:rPr sz="2000" spc="-2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2000" spc="-10" dirty="0">
                <a:solidFill>
                  <a:srgbClr val="D3D3D3"/>
                </a:solidFill>
                <a:latin typeface="Consolas"/>
                <a:cs typeface="Consolas"/>
              </a:rPr>
              <a:t>text}</a:t>
            </a:r>
            <a:endParaRPr sz="20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solidFill>
                  <a:srgbClr val="D3D3D3"/>
                </a:solidFill>
                <a:latin typeface="Consolas"/>
                <a:cs typeface="Consolas"/>
              </a:rPr>
              <a:t>More</a:t>
            </a:r>
            <a:r>
              <a:rPr sz="2000" spc="-2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D3D3D3"/>
                </a:solidFill>
                <a:latin typeface="Consolas"/>
                <a:cs typeface="Consolas"/>
              </a:rPr>
              <a:t>dummy</a:t>
            </a:r>
            <a:r>
              <a:rPr sz="2000" spc="-2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D3D3D3"/>
                </a:solidFill>
                <a:latin typeface="Consolas"/>
                <a:cs typeface="Consolas"/>
              </a:rPr>
              <a:t>text</a:t>
            </a:r>
            <a:r>
              <a:rPr sz="2000" spc="-1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D3D3D3"/>
                </a:solidFill>
                <a:latin typeface="Consolas"/>
                <a:cs typeface="Consolas"/>
              </a:rPr>
              <a:t>will</a:t>
            </a:r>
            <a:r>
              <a:rPr sz="2000" spc="-10" dirty="0">
                <a:solidFill>
                  <a:srgbClr val="D3D3D3"/>
                </a:solidFill>
                <a:latin typeface="Consolas"/>
                <a:cs typeface="Consolas"/>
              </a:rPr>
              <a:t> follow.</a:t>
            </a:r>
            <a:endParaRPr sz="20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solidFill>
                  <a:srgbClr val="DCDCAA"/>
                </a:solidFill>
                <a:latin typeface="Consolas"/>
                <a:cs typeface="Consolas"/>
              </a:rPr>
              <a:t>\subsection</a:t>
            </a:r>
            <a:r>
              <a:rPr sz="2000" dirty="0">
                <a:solidFill>
                  <a:srgbClr val="D3D3D3"/>
                </a:solidFill>
                <a:latin typeface="Consolas"/>
                <a:cs typeface="Consolas"/>
              </a:rPr>
              <a:t>{Plenty</a:t>
            </a:r>
            <a:r>
              <a:rPr sz="2000" spc="-2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D3D3D3"/>
                </a:solidFill>
                <a:latin typeface="Consolas"/>
                <a:cs typeface="Consolas"/>
              </a:rPr>
              <a:t>of</a:t>
            </a:r>
            <a:r>
              <a:rPr sz="2000" spc="-3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D3D3D3"/>
                </a:solidFill>
                <a:latin typeface="Consolas"/>
                <a:cs typeface="Consolas"/>
              </a:rPr>
              <a:t>filler</a:t>
            </a:r>
            <a:r>
              <a:rPr sz="2000" spc="-2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2000" spc="-10" dirty="0">
                <a:solidFill>
                  <a:srgbClr val="D3D3D3"/>
                </a:solidFill>
                <a:latin typeface="Consolas"/>
                <a:cs typeface="Consolas"/>
              </a:rPr>
              <a:t>text}</a:t>
            </a:r>
            <a:endParaRPr sz="20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2000" spc="-10" dirty="0">
                <a:solidFill>
                  <a:srgbClr val="DCDCAA"/>
                </a:solidFill>
                <a:latin typeface="Consolas"/>
                <a:cs typeface="Consolas"/>
              </a:rPr>
              <a:t>\blindtext</a:t>
            </a:r>
            <a:r>
              <a:rPr sz="2000" spc="-10" dirty="0">
                <a:solidFill>
                  <a:srgbClr val="D3D3D3"/>
                </a:solidFill>
                <a:latin typeface="Consolas"/>
                <a:cs typeface="Consolas"/>
              </a:rPr>
              <a:t>[10]</a:t>
            </a:r>
            <a:endParaRPr sz="20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2000" spc="-10" dirty="0">
                <a:solidFill>
                  <a:srgbClr val="DCDCAA"/>
                </a:solidFill>
                <a:latin typeface="Consolas"/>
                <a:cs typeface="Consolas"/>
              </a:rPr>
              <a:t>\end</a:t>
            </a:r>
            <a:r>
              <a:rPr sz="2000" spc="-10" dirty="0">
                <a:solidFill>
                  <a:srgbClr val="D3D3D3"/>
                </a:solidFill>
                <a:latin typeface="Consolas"/>
                <a:cs typeface="Consolas"/>
              </a:rPr>
              <a:t>{</a:t>
            </a:r>
            <a:r>
              <a:rPr sz="2000" spc="-10" dirty="0">
                <a:solidFill>
                  <a:srgbClr val="9CDCFD"/>
                </a:solidFill>
                <a:latin typeface="Consolas"/>
                <a:cs typeface="Consolas"/>
              </a:rPr>
              <a:t>document</a:t>
            </a:r>
            <a:r>
              <a:rPr sz="2000" spc="-10" dirty="0">
                <a:solidFill>
                  <a:srgbClr val="D3D3D3"/>
                </a:solidFill>
                <a:latin typeface="Consolas"/>
                <a:cs typeface="Consolas"/>
              </a:rPr>
              <a:t>}</a:t>
            </a:r>
            <a:endParaRPr sz="2000" dirty="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3278" rIns="0" bIns="0" rtlCol="0">
            <a:spAutoFit/>
          </a:bodyPr>
          <a:lstStyle/>
          <a:p>
            <a:pPr marL="989330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Table</a:t>
            </a:r>
            <a:r>
              <a:rPr spc="-130" dirty="0"/>
              <a:t> </a:t>
            </a:r>
            <a:r>
              <a:rPr dirty="0"/>
              <a:t>of</a:t>
            </a:r>
            <a:r>
              <a:rPr spc="-110" dirty="0"/>
              <a:t> </a:t>
            </a:r>
            <a:r>
              <a:rPr spc="-10" dirty="0"/>
              <a:t>Contents</a:t>
            </a:r>
            <a:r>
              <a:rPr spc="-120" dirty="0"/>
              <a:t> </a:t>
            </a:r>
            <a:r>
              <a:rPr dirty="0"/>
              <a:t>(</a:t>
            </a:r>
            <a:r>
              <a:rPr dirty="0">
                <a:solidFill>
                  <a:srgbClr val="FFFF00"/>
                </a:solidFill>
              </a:rPr>
              <a:t>First</a:t>
            </a:r>
            <a:r>
              <a:rPr spc="-125" dirty="0">
                <a:solidFill>
                  <a:srgbClr val="FFFF00"/>
                </a:solidFill>
              </a:rPr>
              <a:t> </a:t>
            </a:r>
            <a:r>
              <a:rPr dirty="0">
                <a:solidFill>
                  <a:srgbClr val="FFFF00"/>
                </a:solidFill>
              </a:rPr>
              <a:t>Page</a:t>
            </a:r>
            <a:r>
              <a:rPr spc="-105" dirty="0">
                <a:solidFill>
                  <a:srgbClr val="FFFF00"/>
                </a:solidFill>
              </a:rPr>
              <a:t> </a:t>
            </a:r>
            <a:r>
              <a:rPr spc="-10" dirty="0">
                <a:solidFill>
                  <a:srgbClr val="FFFF00"/>
                </a:solidFill>
              </a:rPr>
              <a:t>Output</a:t>
            </a:r>
            <a:r>
              <a:rPr spc="-10" dirty="0"/>
              <a:t>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6642" y="1605661"/>
            <a:ext cx="10438765" cy="3646678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79085" y="243585"/>
            <a:ext cx="24345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Lists</a:t>
            </a:r>
            <a:r>
              <a:rPr spc="-55" dirty="0"/>
              <a:t> </a:t>
            </a:r>
            <a:r>
              <a:rPr dirty="0"/>
              <a:t>in</a:t>
            </a:r>
            <a:r>
              <a:rPr spc="-75" dirty="0"/>
              <a:t> </a:t>
            </a:r>
            <a:r>
              <a:rPr spc="-45" dirty="0"/>
              <a:t>LaTeX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92912" y="983059"/>
            <a:ext cx="10831830" cy="2952115"/>
          </a:xfrm>
          <a:prstGeom prst="rect">
            <a:avLst/>
          </a:prstGeom>
        </p:spPr>
        <p:txBody>
          <a:bodyPr vert="horz" wrap="square" lIns="0" tIns="2559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14"/>
              </a:spcBef>
            </a:pPr>
            <a:r>
              <a:rPr sz="3200" spc="-20" dirty="0">
                <a:solidFill>
                  <a:srgbClr val="DCDCAA"/>
                </a:solidFill>
                <a:latin typeface="Calibri"/>
                <a:cs typeface="Calibri"/>
              </a:rPr>
              <a:t>Various</a:t>
            </a:r>
            <a:r>
              <a:rPr sz="3200" spc="-65" dirty="0">
                <a:solidFill>
                  <a:srgbClr val="DCDCAA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DCDCAA"/>
                </a:solidFill>
                <a:latin typeface="Calibri"/>
                <a:cs typeface="Calibri"/>
              </a:rPr>
              <a:t>types</a:t>
            </a:r>
            <a:r>
              <a:rPr sz="3200" spc="-55" dirty="0">
                <a:solidFill>
                  <a:srgbClr val="DCDCAA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DCDCAA"/>
                </a:solidFill>
                <a:latin typeface="Calibri"/>
                <a:cs typeface="Calibri"/>
              </a:rPr>
              <a:t>of</a:t>
            </a:r>
            <a:r>
              <a:rPr sz="3200" spc="-45" dirty="0">
                <a:solidFill>
                  <a:srgbClr val="DCDCAA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DCDCAA"/>
                </a:solidFill>
                <a:latin typeface="Calibri"/>
                <a:cs typeface="Calibri"/>
              </a:rPr>
              <a:t>list</a:t>
            </a:r>
            <a:r>
              <a:rPr sz="3200" spc="-40" dirty="0">
                <a:solidFill>
                  <a:srgbClr val="DCDCAA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DCDCAA"/>
                </a:solidFill>
                <a:latin typeface="Calibri"/>
                <a:cs typeface="Calibri"/>
              </a:rPr>
              <a:t>in</a:t>
            </a:r>
            <a:r>
              <a:rPr sz="3200" spc="-50" dirty="0">
                <a:solidFill>
                  <a:srgbClr val="DCDCAA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DCDCAA"/>
                </a:solidFill>
                <a:latin typeface="Calibri"/>
                <a:cs typeface="Calibri"/>
              </a:rPr>
              <a:t>LaTeX:</a:t>
            </a:r>
            <a:endParaRPr sz="32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1925"/>
              </a:spcBef>
              <a:buFont typeface="Arial MT"/>
              <a:buChar char="•"/>
              <a:tabLst>
                <a:tab pos="469265" algn="l"/>
              </a:tabLst>
            </a:pPr>
            <a:r>
              <a:rPr sz="3200" dirty="0">
                <a:solidFill>
                  <a:srgbClr val="FFFF00"/>
                </a:solidFill>
                <a:latin typeface="Calibri"/>
                <a:cs typeface="Calibri"/>
              </a:rPr>
              <a:t>itemize</a:t>
            </a:r>
            <a:r>
              <a:rPr sz="3200" spc="-11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DCDCAA"/>
                </a:solidFill>
                <a:latin typeface="Calibri"/>
                <a:cs typeface="Calibri"/>
              </a:rPr>
              <a:t>environment</a:t>
            </a:r>
            <a:r>
              <a:rPr sz="3200" spc="-100" dirty="0">
                <a:solidFill>
                  <a:srgbClr val="DCDCAA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DCDCAA"/>
                </a:solidFill>
                <a:latin typeface="Calibri"/>
                <a:cs typeface="Calibri"/>
              </a:rPr>
              <a:t>for</a:t>
            </a:r>
            <a:r>
              <a:rPr sz="3200" spc="-105" dirty="0">
                <a:solidFill>
                  <a:srgbClr val="DCDCAA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DCDCAA"/>
                </a:solidFill>
                <a:latin typeface="Calibri"/>
                <a:cs typeface="Calibri"/>
              </a:rPr>
              <a:t>creating</a:t>
            </a:r>
            <a:r>
              <a:rPr sz="3200" spc="-100" dirty="0">
                <a:solidFill>
                  <a:srgbClr val="DCDCAA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DCDCAA"/>
                </a:solidFill>
                <a:latin typeface="Calibri"/>
                <a:cs typeface="Calibri"/>
              </a:rPr>
              <a:t>a</a:t>
            </a:r>
            <a:r>
              <a:rPr sz="3200" spc="-105" dirty="0">
                <a:solidFill>
                  <a:srgbClr val="DCDCAA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DCDCAA"/>
                </a:solidFill>
                <a:latin typeface="Calibri"/>
                <a:cs typeface="Calibri"/>
              </a:rPr>
              <a:t>bulleted</a:t>
            </a:r>
            <a:r>
              <a:rPr sz="3200" spc="-90" dirty="0">
                <a:solidFill>
                  <a:srgbClr val="DCDCAA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DCDCAA"/>
                </a:solidFill>
                <a:latin typeface="Calibri"/>
                <a:cs typeface="Calibri"/>
              </a:rPr>
              <a:t>(unordered)</a:t>
            </a:r>
            <a:r>
              <a:rPr sz="3200" spc="-105" dirty="0">
                <a:solidFill>
                  <a:srgbClr val="DCDCAA"/>
                </a:solidFill>
                <a:latin typeface="Calibri"/>
                <a:cs typeface="Calibri"/>
              </a:rPr>
              <a:t> </a:t>
            </a:r>
            <a:r>
              <a:rPr sz="3200" spc="-20" dirty="0">
                <a:solidFill>
                  <a:srgbClr val="DCDCAA"/>
                </a:solidFill>
                <a:latin typeface="Calibri"/>
                <a:cs typeface="Calibri"/>
              </a:rPr>
              <a:t>list</a:t>
            </a:r>
            <a:endParaRPr sz="32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1920"/>
              </a:spcBef>
              <a:buFont typeface="Arial MT"/>
              <a:buChar char="•"/>
              <a:tabLst>
                <a:tab pos="469265" algn="l"/>
              </a:tabLst>
            </a:pPr>
            <a:r>
              <a:rPr sz="3200" spc="-10" dirty="0">
                <a:solidFill>
                  <a:srgbClr val="FFFF00"/>
                </a:solidFill>
                <a:latin typeface="Calibri"/>
                <a:cs typeface="Calibri"/>
              </a:rPr>
              <a:t>enumerate</a:t>
            </a:r>
            <a:r>
              <a:rPr sz="3200" spc="-12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3200" spc="-20" dirty="0">
                <a:solidFill>
                  <a:srgbClr val="DCDCAA"/>
                </a:solidFill>
                <a:latin typeface="Calibri"/>
                <a:cs typeface="Calibri"/>
              </a:rPr>
              <a:t>environment</a:t>
            </a:r>
            <a:r>
              <a:rPr sz="3200" spc="-105" dirty="0">
                <a:solidFill>
                  <a:srgbClr val="DCDCAA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DCDCAA"/>
                </a:solidFill>
                <a:latin typeface="Calibri"/>
                <a:cs typeface="Calibri"/>
              </a:rPr>
              <a:t>for</a:t>
            </a:r>
            <a:r>
              <a:rPr sz="3200" spc="-100" dirty="0">
                <a:solidFill>
                  <a:srgbClr val="DCDCAA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DCDCAA"/>
                </a:solidFill>
                <a:latin typeface="Calibri"/>
                <a:cs typeface="Calibri"/>
              </a:rPr>
              <a:t>creating</a:t>
            </a:r>
            <a:r>
              <a:rPr sz="3200" spc="-114" dirty="0">
                <a:solidFill>
                  <a:srgbClr val="DCDCAA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DCDCAA"/>
                </a:solidFill>
                <a:latin typeface="Calibri"/>
                <a:cs typeface="Calibri"/>
              </a:rPr>
              <a:t>a</a:t>
            </a:r>
            <a:r>
              <a:rPr sz="3200" spc="-105" dirty="0">
                <a:solidFill>
                  <a:srgbClr val="DCDCAA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DCDCAA"/>
                </a:solidFill>
                <a:latin typeface="Calibri"/>
                <a:cs typeface="Calibri"/>
              </a:rPr>
              <a:t>numbered</a:t>
            </a:r>
            <a:r>
              <a:rPr sz="3200" spc="-105" dirty="0">
                <a:solidFill>
                  <a:srgbClr val="DCDCAA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DCDCAA"/>
                </a:solidFill>
                <a:latin typeface="Calibri"/>
                <a:cs typeface="Calibri"/>
              </a:rPr>
              <a:t>(ordered)</a:t>
            </a:r>
            <a:r>
              <a:rPr sz="3200" spc="-100" dirty="0">
                <a:solidFill>
                  <a:srgbClr val="DCDCAA"/>
                </a:solidFill>
                <a:latin typeface="Calibri"/>
                <a:cs typeface="Calibri"/>
              </a:rPr>
              <a:t> </a:t>
            </a:r>
            <a:r>
              <a:rPr sz="3200" spc="-20" dirty="0">
                <a:solidFill>
                  <a:srgbClr val="DCDCAA"/>
                </a:solidFill>
                <a:latin typeface="Calibri"/>
                <a:cs typeface="Calibri"/>
              </a:rPr>
              <a:t>list</a:t>
            </a:r>
            <a:endParaRPr sz="32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1920"/>
              </a:spcBef>
              <a:buFont typeface="Arial MT"/>
              <a:buChar char="•"/>
              <a:tabLst>
                <a:tab pos="469265" algn="l"/>
              </a:tabLst>
            </a:pPr>
            <a:r>
              <a:rPr sz="3200" dirty="0">
                <a:solidFill>
                  <a:srgbClr val="FFFF00"/>
                </a:solidFill>
                <a:latin typeface="Calibri"/>
                <a:cs typeface="Calibri"/>
              </a:rPr>
              <a:t>description</a:t>
            </a:r>
            <a:r>
              <a:rPr sz="3200" spc="-6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DCDCAA"/>
                </a:solidFill>
                <a:latin typeface="Calibri"/>
                <a:cs typeface="Calibri"/>
              </a:rPr>
              <a:t>environment</a:t>
            </a:r>
            <a:r>
              <a:rPr sz="3200" spc="-80" dirty="0">
                <a:solidFill>
                  <a:srgbClr val="DCDCAA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DCDCAA"/>
                </a:solidFill>
                <a:latin typeface="Calibri"/>
                <a:cs typeface="Calibri"/>
              </a:rPr>
              <a:t>for</a:t>
            </a:r>
            <a:r>
              <a:rPr sz="3200" spc="-70" dirty="0">
                <a:solidFill>
                  <a:srgbClr val="DCDCAA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DCDCAA"/>
                </a:solidFill>
                <a:latin typeface="Calibri"/>
                <a:cs typeface="Calibri"/>
              </a:rPr>
              <a:t>creating</a:t>
            </a:r>
            <a:r>
              <a:rPr sz="3200" spc="-70" dirty="0">
                <a:solidFill>
                  <a:srgbClr val="DCDCAA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DCDCAA"/>
                </a:solidFill>
                <a:latin typeface="Calibri"/>
                <a:cs typeface="Calibri"/>
              </a:rPr>
              <a:t>a</a:t>
            </a:r>
            <a:r>
              <a:rPr sz="3200" spc="-75" dirty="0">
                <a:solidFill>
                  <a:srgbClr val="DCDCAA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DCDCAA"/>
                </a:solidFill>
                <a:latin typeface="Calibri"/>
                <a:cs typeface="Calibri"/>
              </a:rPr>
              <a:t>list</a:t>
            </a:r>
            <a:r>
              <a:rPr sz="3200" spc="-60" dirty="0">
                <a:solidFill>
                  <a:srgbClr val="DCDCAA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DCDCAA"/>
                </a:solidFill>
                <a:latin typeface="Calibri"/>
                <a:cs typeface="Calibri"/>
              </a:rPr>
              <a:t>of</a:t>
            </a:r>
            <a:r>
              <a:rPr sz="3200" spc="-70" dirty="0">
                <a:solidFill>
                  <a:srgbClr val="DCDCAA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DCDCAA"/>
                </a:solidFill>
                <a:latin typeface="Calibri"/>
                <a:cs typeface="Calibri"/>
              </a:rPr>
              <a:t>descriptions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3278" rIns="0" bIns="0" rtlCol="0">
            <a:spAutoFit/>
          </a:bodyPr>
          <a:lstStyle/>
          <a:p>
            <a:pPr marL="3030220">
              <a:lnSpc>
                <a:spcPct val="100000"/>
              </a:lnSpc>
              <a:spcBef>
                <a:spcPts val="100"/>
              </a:spcBef>
            </a:pPr>
            <a:r>
              <a:rPr dirty="0"/>
              <a:t>Unordered</a:t>
            </a:r>
            <a:r>
              <a:rPr spc="-145" dirty="0"/>
              <a:t> </a:t>
            </a:r>
            <a:r>
              <a:rPr spc="-20" dirty="0"/>
              <a:t>List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92912" y="983059"/>
            <a:ext cx="9872980" cy="51473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1794510">
              <a:lnSpc>
                <a:spcPct val="150100"/>
              </a:lnSpc>
              <a:spcBef>
                <a:spcPts val="90"/>
              </a:spcBef>
            </a:pPr>
            <a:r>
              <a:rPr sz="3200" dirty="0">
                <a:solidFill>
                  <a:srgbClr val="DCDCAA"/>
                </a:solidFill>
                <a:latin typeface="Consolas"/>
                <a:cs typeface="Consolas"/>
              </a:rPr>
              <a:t>\section</a:t>
            </a:r>
            <a:r>
              <a:rPr sz="3200" dirty="0">
                <a:solidFill>
                  <a:srgbClr val="D3D3D3"/>
                </a:solidFill>
                <a:latin typeface="Consolas"/>
                <a:cs typeface="Consolas"/>
              </a:rPr>
              <a:t>{Creating</a:t>
            </a:r>
            <a:r>
              <a:rPr sz="3200" spc="-16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3200" dirty="0">
                <a:solidFill>
                  <a:srgbClr val="D3D3D3"/>
                </a:solidFill>
                <a:latin typeface="Consolas"/>
                <a:cs typeface="Consolas"/>
              </a:rPr>
              <a:t>an</a:t>
            </a:r>
            <a:r>
              <a:rPr sz="3200" spc="-16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3200" dirty="0">
                <a:solidFill>
                  <a:srgbClr val="D3D3D3"/>
                </a:solidFill>
                <a:latin typeface="Consolas"/>
                <a:cs typeface="Consolas"/>
              </a:rPr>
              <a:t>Unordered</a:t>
            </a:r>
            <a:r>
              <a:rPr sz="3200" spc="-16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3200" spc="-10" dirty="0">
                <a:solidFill>
                  <a:srgbClr val="D3D3D3"/>
                </a:solidFill>
                <a:latin typeface="Consolas"/>
                <a:cs typeface="Consolas"/>
              </a:rPr>
              <a:t>List} </a:t>
            </a:r>
            <a:r>
              <a:rPr sz="3200" dirty="0">
                <a:solidFill>
                  <a:srgbClr val="D3D3D3"/>
                </a:solidFill>
                <a:latin typeface="Consolas"/>
                <a:cs typeface="Consolas"/>
              </a:rPr>
              <a:t>Lists</a:t>
            </a:r>
            <a:r>
              <a:rPr sz="3200" spc="-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3200" dirty="0">
                <a:solidFill>
                  <a:srgbClr val="D3D3D3"/>
                </a:solidFill>
                <a:latin typeface="Consolas"/>
                <a:cs typeface="Consolas"/>
              </a:rPr>
              <a:t>are</a:t>
            </a:r>
            <a:r>
              <a:rPr sz="3200" spc="-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3200" dirty="0">
                <a:solidFill>
                  <a:srgbClr val="D3D3D3"/>
                </a:solidFill>
                <a:latin typeface="Consolas"/>
                <a:cs typeface="Consolas"/>
              </a:rPr>
              <a:t>easy</a:t>
            </a:r>
            <a:r>
              <a:rPr sz="3200" spc="-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3200" dirty="0">
                <a:solidFill>
                  <a:srgbClr val="D3D3D3"/>
                </a:solidFill>
                <a:latin typeface="Consolas"/>
                <a:cs typeface="Consolas"/>
              </a:rPr>
              <a:t>to</a:t>
            </a:r>
            <a:r>
              <a:rPr sz="3200" spc="-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3200" spc="-10" dirty="0">
                <a:solidFill>
                  <a:srgbClr val="D3D3D3"/>
                </a:solidFill>
                <a:latin typeface="Consolas"/>
                <a:cs typeface="Consolas"/>
              </a:rPr>
              <a:t>create:</a:t>
            </a:r>
            <a:endParaRPr sz="32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920"/>
              </a:spcBef>
            </a:pPr>
            <a:r>
              <a:rPr sz="3200" spc="-10" dirty="0">
                <a:solidFill>
                  <a:srgbClr val="DCDCAA"/>
                </a:solidFill>
                <a:latin typeface="Consolas"/>
                <a:cs typeface="Consolas"/>
              </a:rPr>
              <a:t>\begin</a:t>
            </a:r>
            <a:r>
              <a:rPr sz="3200" spc="-10" dirty="0">
                <a:solidFill>
                  <a:srgbClr val="D3D3D3"/>
                </a:solidFill>
                <a:latin typeface="Consolas"/>
                <a:cs typeface="Consolas"/>
              </a:rPr>
              <a:t>{</a:t>
            </a:r>
            <a:r>
              <a:rPr sz="3200" spc="-10" dirty="0">
                <a:solidFill>
                  <a:srgbClr val="9CDCFD"/>
                </a:solidFill>
                <a:latin typeface="Consolas"/>
                <a:cs typeface="Consolas"/>
              </a:rPr>
              <a:t>itemize</a:t>
            </a:r>
            <a:r>
              <a:rPr sz="3200" spc="-10" dirty="0">
                <a:solidFill>
                  <a:srgbClr val="D3D3D3"/>
                </a:solidFill>
                <a:latin typeface="Consolas"/>
                <a:cs typeface="Consolas"/>
              </a:rPr>
              <a:t>}</a:t>
            </a:r>
            <a:endParaRPr sz="3200">
              <a:latin typeface="Consolas"/>
              <a:cs typeface="Consolas"/>
            </a:endParaRPr>
          </a:p>
          <a:p>
            <a:pPr marL="460375">
              <a:lnSpc>
                <a:spcPct val="100000"/>
              </a:lnSpc>
              <a:spcBef>
                <a:spcPts val="1925"/>
              </a:spcBef>
            </a:pPr>
            <a:r>
              <a:rPr sz="3200" dirty="0">
                <a:solidFill>
                  <a:srgbClr val="559CD5"/>
                </a:solidFill>
                <a:latin typeface="Consolas"/>
                <a:cs typeface="Consolas"/>
              </a:rPr>
              <a:t>\item</a:t>
            </a:r>
            <a:r>
              <a:rPr sz="3200" spc="-5" dirty="0">
                <a:solidFill>
                  <a:srgbClr val="559CD5"/>
                </a:solidFill>
                <a:latin typeface="Consolas"/>
                <a:cs typeface="Consolas"/>
              </a:rPr>
              <a:t> </a:t>
            </a:r>
            <a:r>
              <a:rPr sz="3200" dirty="0">
                <a:solidFill>
                  <a:srgbClr val="D3D3D3"/>
                </a:solidFill>
                <a:latin typeface="Consolas"/>
                <a:cs typeface="Consolas"/>
              </a:rPr>
              <a:t>start</a:t>
            </a:r>
            <a:r>
              <a:rPr sz="3200" spc="-1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3200" dirty="0">
                <a:solidFill>
                  <a:srgbClr val="D3D3D3"/>
                </a:solidFill>
                <a:latin typeface="Consolas"/>
                <a:cs typeface="Consolas"/>
              </a:rPr>
              <a:t>with</a:t>
            </a:r>
            <a:r>
              <a:rPr sz="3200" spc="-1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3200" dirty="0">
                <a:solidFill>
                  <a:srgbClr val="D3D3D3"/>
                </a:solidFill>
                <a:latin typeface="Consolas"/>
                <a:cs typeface="Consolas"/>
              </a:rPr>
              <a:t>the</a:t>
            </a:r>
            <a:r>
              <a:rPr sz="3200" spc="-1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3200" dirty="0">
                <a:solidFill>
                  <a:srgbClr val="DCDCAA"/>
                </a:solidFill>
                <a:latin typeface="Consolas"/>
                <a:cs typeface="Consolas"/>
              </a:rPr>
              <a:t>\verb</a:t>
            </a:r>
            <a:r>
              <a:rPr sz="3200" dirty="0">
                <a:solidFill>
                  <a:srgbClr val="D3D3D3"/>
                </a:solidFill>
                <a:latin typeface="Consolas"/>
                <a:cs typeface="Consolas"/>
              </a:rPr>
              <a:t>|\item|</a:t>
            </a:r>
            <a:r>
              <a:rPr sz="3200" spc="-10" dirty="0">
                <a:solidFill>
                  <a:srgbClr val="D3D3D3"/>
                </a:solidFill>
                <a:latin typeface="Consolas"/>
                <a:cs typeface="Consolas"/>
              </a:rPr>
              <a:t> command.</a:t>
            </a:r>
            <a:endParaRPr sz="3200">
              <a:latin typeface="Consolas"/>
              <a:cs typeface="Consolas"/>
            </a:endParaRPr>
          </a:p>
          <a:p>
            <a:pPr marL="460375">
              <a:lnSpc>
                <a:spcPct val="100000"/>
              </a:lnSpc>
              <a:spcBef>
                <a:spcPts val="1920"/>
              </a:spcBef>
            </a:pPr>
            <a:r>
              <a:rPr sz="3200" dirty="0">
                <a:solidFill>
                  <a:srgbClr val="559CD5"/>
                </a:solidFill>
                <a:latin typeface="Consolas"/>
                <a:cs typeface="Consolas"/>
              </a:rPr>
              <a:t>\item</a:t>
            </a:r>
            <a:r>
              <a:rPr sz="3200" spc="-95" dirty="0">
                <a:solidFill>
                  <a:srgbClr val="559CD5"/>
                </a:solidFill>
                <a:latin typeface="Consolas"/>
                <a:cs typeface="Consolas"/>
              </a:rPr>
              <a:t> </a:t>
            </a:r>
            <a:r>
              <a:rPr sz="3200" dirty="0">
                <a:solidFill>
                  <a:srgbClr val="D3D3D3"/>
                </a:solidFill>
                <a:latin typeface="Consolas"/>
                <a:cs typeface="Consolas"/>
              </a:rPr>
              <a:t>Entries</a:t>
            </a:r>
            <a:r>
              <a:rPr sz="3200" spc="-9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3200" dirty="0">
                <a:solidFill>
                  <a:srgbClr val="D3D3D3"/>
                </a:solidFill>
                <a:latin typeface="Consolas"/>
                <a:cs typeface="Consolas"/>
              </a:rPr>
              <a:t>start</a:t>
            </a:r>
            <a:r>
              <a:rPr sz="3200" spc="-9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3200" dirty="0">
                <a:solidFill>
                  <a:srgbClr val="D3D3D3"/>
                </a:solidFill>
                <a:latin typeface="Consolas"/>
                <a:cs typeface="Consolas"/>
              </a:rPr>
              <a:t>with</a:t>
            </a:r>
            <a:r>
              <a:rPr sz="3200" spc="-9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3200" spc="-10" dirty="0">
                <a:solidFill>
                  <a:srgbClr val="D3D3D3"/>
                </a:solidFill>
                <a:latin typeface="Consolas"/>
                <a:cs typeface="Consolas"/>
              </a:rPr>
              <a:t>bullets.</a:t>
            </a:r>
            <a:endParaRPr sz="3200">
              <a:latin typeface="Consolas"/>
              <a:cs typeface="Consolas"/>
            </a:endParaRPr>
          </a:p>
          <a:p>
            <a:pPr marL="460375">
              <a:lnSpc>
                <a:spcPct val="100000"/>
              </a:lnSpc>
              <a:spcBef>
                <a:spcPts val="1920"/>
              </a:spcBef>
            </a:pPr>
            <a:r>
              <a:rPr sz="3200" dirty="0">
                <a:solidFill>
                  <a:srgbClr val="559CD5"/>
                </a:solidFill>
                <a:latin typeface="Consolas"/>
                <a:cs typeface="Consolas"/>
              </a:rPr>
              <a:t>\item</a:t>
            </a:r>
            <a:r>
              <a:rPr sz="3200" spc="-60" dirty="0">
                <a:solidFill>
                  <a:srgbClr val="559CD5"/>
                </a:solidFill>
                <a:latin typeface="Consolas"/>
                <a:cs typeface="Consolas"/>
              </a:rPr>
              <a:t> </a:t>
            </a:r>
            <a:r>
              <a:rPr sz="3200" dirty="0">
                <a:solidFill>
                  <a:srgbClr val="D3D3D3"/>
                </a:solidFill>
                <a:latin typeface="Consolas"/>
                <a:cs typeface="Consolas"/>
              </a:rPr>
              <a:t>The</a:t>
            </a:r>
            <a:r>
              <a:rPr sz="3200" spc="-5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3200" dirty="0">
                <a:solidFill>
                  <a:srgbClr val="D3D3D3"/>
                </a:solidFill>
                <a:latin typeface="Consolas"/>
                <a:cs typeface="Consolas"/>
              </a:rPr>
              <a:t>text</a:t>
            </a:r>
            <a:r>
              <a:rPr sz="3200" spc="-5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3200" dirty="0">
                <a:solidFill>
                  <a:srgbClr val="D3D3D3"/>
                </a:solidFill>
                <a:latin typeface="Consolas"/>
                <a:cs typeface="Consolas"/>
              </a:rPr>
              <a:t>may</a:t>
            </a:r>
            <a:r>
              <a:rPr sz="3200" spc="-5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3200" dirty="0">
                <a:solidFill>
                  <a:srgbClr val="D3D3D3"/>
                </a:solidFill>
                <a:latin typeface="Consolas"/>
                <a:cs typeface="Consolas"/>
              </a:rPr>
              <a:t>be</a:t>
            </a:r>
            <a:r>
              <a:rPr sz="3200" spc="-5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3200" dirty="0">
                <a:solidFill>
                  <a:srgbClr val="D3D3D3"/>
                </a:solidFill>
                <a:latin typeface="Consolas"/>
                <a:cs typeface="Consolas"/>
              </a:rPr>
              <a:t>of</a:t>
            </a:r>
            <a:r>
              <a:rPr sz="3200" spc="-5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3200" dirty="0">
                <a:solidFill>
                  <a:srgbClr val="D3D3D3"/>
                </a:solidFill>
                <a:latin typeface="Consolas"/>
                <a:cs typeface="Consolas"/>
              </a:rPr>
              <a:t>any</a:t>
            </a:r>
            <a:r>
              <a:rPr sz="3200" spc="-5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3200" spc="-10" dirty="0">
                <a:solidFill>
                  <a:srgbClr val="D3D3D3"/>
                </a:solidFill>
                <a:latin typeface="Consolas"/>
                <a:cs typeface="Consolas"/>
              </a:rPr>
              <a:t>length.</a:t>
            </a:r>
            <a:endParaRPr sz="32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925"/>
              </a:spcBef>
            </a:pPr>
            <a:r>
              <a:rPr sz="3200" spc="-10" dirty="0">
                <a:solidFill>
                  <a:srgbClr val="DCDCAA"/>
                </a:solidFill>
                <a:latin typeface="Consolas"/>
                <a:cs typeface="Consolas"/>
              </a:rPr>
              <a:t>\end</a:t>
            </a:r>
            <a:r>
              <a:rPr sz="3200" spc="-10" dirty="0">
                <a:solidFill>
                  <a:srgbClr val="D3D3D3"/>
                </a:solidFill>
                <a:latin typeface="Consolas"/>
                <a:cs typeface="Consolas"/>
              </a:rPr>
              <a:t>{</a:t>
            </a:r>
            <a:r>
              <a:rPr sz="3200" spc="-10" dirty="0">
                <a:solidFill>
                  <a:srgbClr val="9CDCFD"/>
                </a:solidFill>
                <a:latin typeface="Consolas"/>
                <a:cs typeface="Consolas"/>
              </a:rPr>
              <a:t>itemize</a:t>
            </a:r>
            <a:r>
              <a:rPr sz="3200" spc="-10" dirty="0">
                <a:solidFill>
                  <a:srgbClr val="D3D3D3"/>
                </a:solidFill>
                <a:latin typeface="Consolas"/>
                <a:cs typeface="Consolas"/>
              </a:rPr>
              <a:t>}</a:t>
            </a:r>
            <a:endParaRPr sz="32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3278" rIns="0" bIns="0" rtlCol="0">
            <a:spAutoFit/>
          </a:bodyPr>
          <a:lstStyle/>
          <a:p>
            <a:pPr marL="2173605">
              <a:lnSpc>
                <a:spcPct val="100000"/>
              </a:lnSpc>
              <a:spcBef>
                <a:spcPts val="100"/>
              </a:spcBef>
            </a:pPr>
            <a:r>
              <a:rPr dirty="0"/>
              <a:t>Unordered</a:t>
            </a:r>
            <a:r>
              <a:rPr spc="-140" dirty="0"/>
              <a:t> </a:t>
            </a:r>
            <a:r>
              <a:rPr dirty="0"/>
              <a:t>List</a:t>
            </a:r>
            <a:r>
              <a:rPr spc="-100" dirty="0"/>
              <a:t> </a:t>
            </a:r>
            <a:r>
              <a:rPr spc="-10" dirty="0"/>
              <a:t>(</a:t>
            </a:r>
            <a:r>
              <a:rPr spc="-10" dirty="0">
                <a:solidFill>
                  <a:srgbClr val="FFFF00"/>
                </a:solidFill>
              </a:rPr>
              <a:t>Output</a:t>
            </a:r>
            <a:r>
              <a:rPr spc="-10" dirty="0"/>
              <a:t>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7206" y="1538605"/>
            <a:ext cx="10657586" cy="3780916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3278" rIns="0" bIns="0" rtlCol="0">
            <a:spAutoFit/>
          </a:bodyPr>
          <a:lstStyle/>
          <a:p>
            <a:pPr marL="3266440">
              <a:lnSpc>
                <a:spcPct val="100000"/>
              </a:lnSpc>
              <a:spcBef>
                <a:spcPts val="100"/>
              </a:spcBef>
            </a:pPr>
            <a:r>
              <a:rPr dirty="0"/>
              <a:t>Ordered</a:t>
            </a:r>
            <a:r>
              <a:rPr spc="-150" dirty="0"/>
              <a:t> </a:t>
            </a:r>
            <a:r>
              <a:rPr spc="-20" dirty="0"/>
              <a:t>List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92912" y="983059"/>
            <a:ext cx="10768330" cy="3683635"/>
          </a:xfrm>
          <a:prstGeom prst="rect">
            <a:avLst/>
          </a:prstGeom>
        </p:spPr>
        <p:txBody>
          <a:bodyPr vert="horz" wrap="square" lIns="0" tIns="2559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14"/>
              </a:spcBef>
            </a:pPr>
            <a:r>
              <a:rPr sz="3200" spc="-10" dirty="0">
                <a:solidFill>
                  <a:srgbClr val="DCDCAA"/>
                </a:solidFill>
                <a:latin typeface="Consolas"/>
                <a:cs typeface="Consolas"/>
              </a:rPr>
              <a:t>\begin</a:t>
            </a:r>
            <a:r>
              <a:rPr sz="3200" spc="-10" dirty="0">
                <a:solidFill>
                  <a:srgbClr val="D3D3D3"/>
                </a:solidFill>
                <a:latin typeface="Consolas"/>
                <a:cs typeface="Consolas"/>
              </a:rPr>
              <a:t>{</a:t>
            </a:r>
            <a:r>
              <a:rPr sz="3200" spc="-10" dirty="0">
                <a:solidFill>
                  <a:srgbClr val="9CDCFD"/>
                </a:solidFill>
                <a:latin typeface="Consolas"/>
                <a:cs typeface="Consolas"/>
              </a:rPr>
              <a:t>enumerate</a:t>
            </a:r>
            <a:r>
              <a:rPr sz="3200" spc="-10" dirty="0">
                <a:solidFill>
                  <a:srgbClr val="D3D3D3"/>
                </a:solidFill>
                <a:latin typeface="Consolas"/>
                <a:cs typeface="Consolas"/>
              </a:rPr>
              <a:t>}</a:t>
            </a:r>
            <a:endParaRPr sz="3200">
              <a:latin typeface="Consolas"/>
              <a:cs typeface="Consolas"/>
            </a:endParaRPr>
          </a:p>
          <a:p>
            <a:pPr marL="460375">
              <a:lnSpc>
                <a:spcPct val="100000"/>
              </a:lnSpc>
              <a:spcBef>
                <a:spcPts val="1925"/>
              </a:spcBef>
            </a:pPr>
            <a:r>
              <a:rPr sz="3200" dirty="0">
                <a:solidFill>
                  <a:srgbClr val="559CD5"/>
                </a:solidFill>
                <a:latin typeface="Consolas"/>
                <a:cs typeface="Consolas"/>
              </a:rPr>
              <a:t>\item</a:t>
            </a:r>
            <a:r>
              <a:rPr sz="3200" spc="-5" dirty="0">
                <a:solidFill>
                  <a:srgbClr val="559CD5"/>
                </a:solidFill>
                <a:latin typeface="Consolas"/>
                <a:cs typeface="Consolas"/>
              </a:rPr>
              <a:t> </a:t>
            </a:r>
            <a:r>
              <a:rPr sz="3200" dirty="0">
                <a:solidFill>
                  <a:srgbClr val="D3D3D3"/>
                </a:solidFill>
                <a:latin typeface="Consolas"/>
                <a:cs typeface="Consolas"/>
              </a:rPr>
              <a:t>Items</a:t>
            </a:r>
            <a:r>
              <a:rPr sz="3200" spc="-1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3200" dirty="0">
                <a:solidFill>
                  <a:srgbClr val="D3D3D3"/>
                </a:solidFill>
                <a:latin typeface="Consolas"/>
                <a:cs typeface="Consolas"/>
              </a:rPr>
              <a:t>are</a:t>
            </a:r>
            <a:r>
              <a:rPr sz="3200" spc="-1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3200" dirty="0">
                <a:solidFill>
                  <a:srgbClr val="D3D3D3"/>
                </a:solidFill>
                <a:latin typeface="Consolas"/>
                <a:cs typeface="Consolas"/>
              </a:rPr>
              <a:t>numbered</a:t>
            </a:r>
            <a:r>
              <a:rPr sz="3200" spc="-10" dirty="0">
                <a:solidFill>
                  <a:srgbClr val="D3D3D3"/>
                </a:solidFill>
                <a:latin typeface="Consolas"/>
                <a:cs typeface="Consolas"/>
              </a:rPr>
              <a:t> automatically.</a:t>
            </a:r>
            <a:endParaRPr sz="3200">
              <a:latin typeface="Consolas"/>
              <a:cs typeface="Consolas"/>
            </a:endParaRPr>
          </a:p>
          <a:p>
            <a:pPr marL="460375">
              <a:lnSpc>
                <a:spcPct val="100000"/>
              </a:lnSpc>
              <a:spcBef>
                <a:spcPts val="1920"/>
              </a:spcBef>
            </a:pPr>
            <a:r>
              <a:rPr sz="3200" dirty="0">
                <a:solidFill>
                  <a:srgbClr val="559CD5"/>
                </a:solidFill>
                <a:latin typeface="Consolas"/>
                <a:cs typeface="Consolas"/>
              </a:rPr>
              <a:t>\item</a:t>
            </a:r>
            <a:r>
              <a:rPr sz="3200" spc="-65" dirty="0">
                <a:solidFill>
                  <a:srgbClr val="559CD5"/>
                </a:solidFill>
                <a:latin typeface="Consolas"/>
                <a:cs typeface="Consolas"/>
              </a:rPr>
              <a:t> </a:t>
            </a:r>
            <a:r>
              <a:rPr sz="3200" dirty="0">
                <a:solidFill>
                  <a:srgbClr val="D3D3D3"/>
                </a:solidFill>
                <a:latin typeface="Consolas"/>
                <a:cs typeface="Consolas"/>
              </a:rPr>
              <a:t>start</a:t>
            </a:r>
            <a:r>
              <a:rPr sz="3200" spc="-6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3200" dirty="0">
                <a:solidFill>
                  <a:srgbClr val="D3D3D3"/>
                </a:solidFill>
                <a:latin typeface="Consolas"/>
                <a:cs typeface="Consolas"/>
              </a:rPr>
              <a:t>at</a:t>
            </a:r>
            <a:r>
              <a:rPr sz="3200" spc="-6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3200" dirty="0">
                <a:solidFill>
                  <a:srgbClr val="D3D3D3"/>
                </a:solidFill>
                <a:latin typeface="Consolas"/>
                <a:cs typeface="Consolas"/>
              </a:rPr>
              <a:t>1</a:t>
            </a:r>
            <a:r>
              <a:rPr sz="3200" spc="-6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3200" dirty="0">
                <a:solidFill>
                  <a:srgbClr val="D3D3D3"/>
                </a:solidFill>
                <a:latin typeface="Consolas"/>
                <a:cs typeface="Consolas"/>
              </a:rPr>
              <a:t>with</a:t>
            </a:r>
            <a:r>
              <a:rPr sz="3200" spc="-6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3200" dirty="0">
                <a:solidFill>
                  <a:srgbClr val="D3D3D3"/>
                </a:solidFill>
                <a:latin typeface="Consolas"/>
                <a:cs typeface="Consolas"/>
              </a:rPr>
              <a:t>each</a:t>
            </a:r>
            <a:r>
              <a:rPr sz="3200" spc="-5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3200" spc="-10" dirty="0">
                <a:solidFill>
                  <a:srgbClr val="DCDCAA"/>
                </a:solidFill>
                <a:latin typeface="Consolas"/>
                <a:cs typeface="Consolas"/>
              </a:rPr>
              <a:t>\texttt</a:t>
            </a:r>
            <a:r>
              <a:rPr sz="3200" spc="-10" dirty="0">
                <a:solidFill>
                  <a:srgbClr val="D3D3D3"/>
                </a:solidFill>
                <a:latin typeface="Consolas"/>
                <a:cs typeface="Consolas"/>
              </a:rPr>
              <a:t>{enumerate}.</a:t>
            </a:r>
            <a:endParaRPr sz="3200">
              <a:latin typeface="Consolas"/>
              <a:cs typeface="Consolas"/>
            </a:endParaRPr>
          </a:p>
          <a:p>
            <a:pPr marL="460375">
              <a:lnSpc>
                <a:spcPct val="100000"/>
              </a:lnSpc>
              <a:spcBef>
                <a:spcPts val="1920"/>
              </a:spcBef>
            </a:pPr>
            <a:r>
              <a:rPr sz="3200" dirty="0">
                <a:solidFill>
                  <a:srgbClr val="559CD5"/>
                </a:solidFill>
                <a:latin typeface="Consolas"/>
                <a:cs typeface="Consolas"/>
              </a:rPr>
              <a:t>\item </a:t>
            </a:r>
            <a:r>
              <a:rPr sz="3200" dirty="0">
                <a:solidFill>
                  <a:srgbClr val="D3D3D3"/>
                </a:solidFill>
                <a:latin typeface="Consolas"/>
                <a:cs typeface="Consolas"/>
              </a:rPr>
              <a:t>Another</a:t>
            </a:r>
            <a:r>
              <a:rPr sz="3200" spc="-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3200" dirty="0">
                <a:solidFill>
                  <a:srgbClr val="D3D3D3"/>
                </a:solidFill>
                <a:latin typeface="Consolas"/>
                <a:cs typeface="Consolas"/>
              </a:rPr>
              <a:t>entry</a:t>
            </a:r>
            <a:r>
              <a:rPr sz="3200" spc="-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3200" dirty="0">
                <a:solidFill>
                  <a:srgbClr val="D3D3D3"/>
                </a:solidFill>
                <a:latin typeface="Consolas"/>
                <a:cs typeface="Consolas"/>
              </a:rPr>
              <a:t>in</a:t>
            </a:r>
            <a:r>
              <a:rPr sz="3200" spc="-2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3200" dirty="0">
                <a:solidFill>
                  <a:srgbClr val="D3D3D3"/>
                </a:solidFill>
                <a:latin typeface="Consolas"/>
                <a:cs typeface="Consolas"/>
              </a:rPr>
              <a:t>the </a:t>
            </a:r>
            <a:r>
              <a:rPr sz="3200" spc="-20" dirty="0">
                <a:solidFill>
                  <a:srgbClr val="D3D3D3"/>
                </a:solidFill>
                <a:latin typeface="Consolas"/>
                <a:cs typeface="Consolas"/>
              </a:rPr>
              <a:t>list</a:t>
            </a:r>
            <a:endParaRPr sz="32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920"/>
              </a:spcBef>
            </a:pPr>
            <a:r>
              <a:rPr sz="3200" spc="-10" dirty="0">
                <a:solidFill>
                  <a:srgbClr val="DCDCAA"/>
                </a:solidFill>
                <a:latin typeface="Consolas"/>
                <a:cs typeface="Consolas"/>
              </a:rPr>
              <a:t>\end</a:t>
            </a:r>
            <a:r>
              <a:rPr sz="3200" spc="-10" dirty="0">
                <a:solidFill>
                  <a:srgbClr val="D3D3D3"/>
                </a:solidFill>
                <a:latin typeface="Consolas"/>
                <a:cs typeface="Consolas"/>
              </a:rPr>
              <a:t>{</a:t>
            </a:r>
            <a:r>
              <a:rPr sz="3200" spc="-10" dirty="0">
                <a:solidFill>
                  <a:srgbClr val="9CDCFD"/>
                </a:solidFill>
                <a:latin typeface="Consolas"/>
                <a:cs typeface="Consolas"/>
              </a:rPr>
              <a:t>enumerate</a:t>
            </a:r>
            <a:r>
              <a:rPr sz="3200" spc="-10" dirty="0">
                <a:solidFill>
                  <a:srgbClr val="D3D3D3"/>
                </a:solidFill>
                <a:latin typeface="Consolas"/>
                <a:cs typeface="Consolas"/>
              </a:rPr>
              <a:t>}</a:t>
            </a:r>
            <a:endParaRPr sz="32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3278" rIns="0" bIns="0" rtlCol="0">
            <a:spAutoFit/>
          </a:bodyPr>
          <a:lstStyle/>
          <a:p>
            <a:pPr marL="2409825">
              <a:lnSpc>
                <a:spcPct val="100000"/>
              </a:lnSpc>
              <a:spcBef>
                <a:spcPts val="100"/>
              </a:spcBef>
            </a:pPr>
            <a:r>
              <a:rPr dirty="0"/>
              <a:t>Ordered</a:t>
            </a:r>
            <a:r>
              <a:rPr spc="-150" dirty="0"/>
              <a:t> </a:t>
            </a:r>
            <a:r>
              <a:rPr dirty="0"/>
              <a:t>List</a:t>
            </a:r>
            <a:r>
              <a:rPr spc="-95" dirty="0"/>
              <a:t> </a:t>
            </a:r>
            <a:r>
              <a:rPr spc="-10" dirty="0"/>
              <a:t>(</a:t>
            </a:r>
            <a:r>
              <a:rPr spc="-10" dirty="0">
                <a:solidFill>
                  <a:srgbClr val="FFFF00"/>
                </a:solidFill>
              </a:rPr>
              <a:t>Output</a:t>
            </a:r>
            <a:r>
              <a:rPr spc="-10" dirty="0"/>
              <a:t>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3640" y="1746123"/>
            <a:ext cx="10424668" cy="3365627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3278" rIns="0" bIns="0" rtlCol="0">
            <a:spAutoFit/>
          </a:bodyPr>
          <a:lstStyle/>
          <a:p>
            <a:pPr marL="2976880">
              <a:lnSpc>
                <a:spcPct val="100000"/>
              </a:lnSpc>
              <a:spcBef>
                <a:spcPts val="100"/>
              </a:spcBef>
            </a:pPr>
            <a:r>
              <a:rPr dirty="0"/>
              <a:t>Description</a:t>
            </a:r>
            <a:r>
              <a:rPr spc="-105" dirty="0"/>
              <a:t> </a:t>
            </a:r>
            <a:r>
              <a:rPr spc="-20" dirty="0"/>
              <a:t>List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92912" y="995070"/>
            <a:ext cx="10767060" cy="3867150"/>
          </a:xfrm>
          <a:prstGeom prst="rect">
            <a:avLst/>
          </a:prstGeom>
        </p:spPr>
        <p:txBody>
          <a:bodyPr vert="horz" wrap="square" lIns="0" tIns="2260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80"/>
              </a:spcBef>
            </a:pPr>
            <a:r>
              <a:rPr sz="2800" spc="-10" dirty="0">
                <a:solidFill>
                  <a:srgbClr val="DCDCAA"/>
                </a:solidFill>
                <a:latin typeface="Consolas"/>
                <a:cs typeface="Consolas"/>
              </a:rPr>
              <a:t>\begin</a:t>
            </a:r>
            <a:r>
              <a:rPr sz="2800" spc="-10" dirty="0">
                <a:solidFill>
                  <a:srgbClr val="D3D3D3"/>
                </a:solidFill>
                <a:latin typeface="Consolas"/>
                <a:cs typeface="Consolas"/>
              </a:rPr>
              <a:t>{</a:t>
            </a:r>
            <a:r>
              <a:rPr sz="2800" spc="-10" dirty="0">
                <a:solidFill>
                  <a:srgbClr val="9CDCFD"/>
                </a:solidFill>
                <a:latin typeface="Consolas"/>
                <a:cs typeface="Consolas"/>
              </a:rPr>
              <a:t>description</a:t>
            </a:r>
            <a:r>
              <a:rPr sz="2800" spc="-10" dirty="0">
                <a:solidFill>
                  <a:srgbClr val="D3D3D3"/>
                </a:solidFill>
                <a:latin typeface="Consolas"/>
                <a:cs typeface="Consolas"/>
              </a:rPr>
              <a:t>}</a:t>
            </a:r>
            <a:endParaRPr sz="2800">
              <a:latin typeface="Consolas"/>
              <a:cs typeface="Consolas"/>
            </a:endParaRPr>
          </a:p>
          <a:p>
            <a:pPr marL="597535">
              <a:lnSpc>
                <a:spcPct val="100000"/>
              </a:lnSpc>
              <a:spcBef>
                <a:spcPts val="1685"/>
              </a:spcBef>
            </a:pPr>
            <a:r>
              <a:rPr sz="2800" dirty="0">
                <a:solidFill>
                  <a:srgbClr val="559CD5"/>
                </a:solidFill>
                <a:latin typeface="Consolas"/>
                <a:cs typeface="Consolas"/>
              </a:rPr>
              <a:t>\item</a:t>
            </a:r>
            <a:r>
              <a:rPr sz="2800" spc="-85" dirty="0">
                <a:solidFill>
                  <a:srgbClr val="559CD5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D3D3D3"/>
                </a:solidFill>
                <a:latin typeface="Consolas"/>
                <a:cs typeface="Consolas"/>
              </a:rPr>
              <a:t>This</a:t>
            </a:r>
            <a:r>
              <a:rPr sz="2800" spc="-8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D3D3D3"/>
                </a:solidFill>
                <a:latin typeface="Consolas"/>
                <a:cs typeface="Consolas"/>
              </a:rPr>
              <a:t>is</a:t>
            </a:r>
            <a:r>
              <a:rPr sz="2800" spc="-8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D3D3D3"/>
                </a:solidFill>
                <a:latin typeface="Consolas"/>
                <a:cs typeface="Consolas"/>
              </a:rPr>
              <a:t>an</a:t>
            </a:r>
            <a:r>
              <a:rPr sz="2800" spc="-8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D3D3D3"/>
                </a:solidFill>
                <a:latin typeface="Consolas"/>
                <a:cs typeface="Consolas"/>
              </a:rPr>
              <a:t>entry</a:t>
            </a:r>
            <a:r>
              <a:rPr sz="2800" spc="-8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DCDCAA"/>
                </a:solidFill>
                <a:latin typeface="Consolas"/>
                <a:cs typeface="Consolas"/>
              </a:rPr>
              <a:t>\textit</a:t>
            </a:r>
            <a:r>
              <a:rPr sz="2800" dirty="0">
                <a:solidFill>
                  <a:srgbClr val="D3D3D3"/>
                </a:solidFill>
                <a:latin typeface="Consolas"/>
                <a:cs typeface="Consolas"/>
              </a:rPr>
              <a:t>{</a:t>
            </a:r>
            <a:r>
              <a:rPr sz="2800" i="1" dirty="0">
                <a:solidFill>
                  <a:srgbClr val="D3D3D3"/>
                </a:solidFill>
                <a:latin typeface="Consolas"/>
                <a:cs typeface="Consolas"/>
              </a:rPr>
              <a:t>without</a:t>
            </a:r>
            <a:r>
              <a:rPr sz="2800" dirty="0">
                <a:solidFill>
                  <a:srgbClr val="D3D3D3"/>
                </a:solidFill>
                <a:latin typeface="Consolas"/>
                <a:cs typeface="Consolas"/>
              </a:rPr>
              <a:t>}</a:t>
            </a:r>
            <a:r>
              <a:rPr sz="2800" spc="-7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D3D3D3"/>
                </a:solidFill>
                <a:latin typeface="Consolas"/>
                <a:cs typeface="Consolas"/>
              </a:rPr>
              <a:t>a</a:t>
            </a:r>
            <a:r>
              <a:rPr sz="2800" spc="-8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2800" spc="-10" dirty="0">
                <a:solidFill>
                  <a:srgbClr val="D3D3D3"/>
                </a:solidFill>
                <a:latin typeface="Consolas"/>
                <a:cs typeface="Consolas"/>
              </a:rPr>
              <a:t>label.</a:t>
            </a:r>
            <a:endParaRPr sz="2800">
              <a:latin typeface="Consolas"/>
              <a:cs typeface="Consolas"/>
            </a:endParaRPr>
          </a:p>
          <a:p>
            <a:pPr marL="597535">
              <a:lnSpc>
                <a:spcPct val="100000"/>
              </a:lnSpc>
              <a:spcBef>
                <a:spcPts val="1680"/>
              </a:spcBef>
            </a:pPr>
            <a:r>
              <a:rPr sz="2800" dirty="0">
                <a:solidFill>
                  <a:srgbClr val="559CD5"/>
                </a:solidFill>
                <a:latin typeface="Consolas"/>
                <a:cs typeface="Consolas"/>
              </a:rPr>
              <a:t>\item</a:t>
            </a:r>
            <a:r>
              <a:rPr sz="2800" dirty="0">
                <a:solidFill>
                  <a:srgbClr val="D3D3D3"/>
                </a:solidFill>
                <a:latin typeface="Consolas"/>
                <a:cs typeface="Consolas"/>
              </a:rPr>
              <a:t>[Something</a:t>
            </a:r>
            <a:r>
              <a:rPr sz="2800" spc="-10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D3D3D3"/>
                </a:solidFill>
                <a:latin typeface="Consolas"/>
                <a:cs typeface="Consolas"/>
              </a:rPr>
              <a:t>short]</a:t>
            </a:r>
            <a:r>
              <a:rPr sz="2800" spc="-10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D3D3D3"/>
                </a:solidFill>
                <a:latin typeface="Consolas"/>
                <a:cs typeface="Consolas"/>
              </a:rPr>
              <a:t>A</a:t>
            </a:r>
            <a:r>
              <a:rPr sz="2800" spc="-9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D3D3D3"/>
                </a:solidFill>
                <a:latin typeface="Consolas"/>
                <a:cs typeface="Consolas"/>
              </a:rPr>
              <a:t>short</a:t>
            </a:r>
            <a:r>
              <a:rPr sz="2800" spc="-10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2800" spc="-20" dirty="0">
                <a:solidFill>
                  <a:srgbClr val="D3D3D3"/>
                </a:solidFill>
                <a:latin typeface="Consolas"/>
                <a:cs typeface="Consolas"/>
              </a:rPr>
              <a:t>one-</a:t>
            </a:r>
            <a:r>
              <a:rPr sz="2800" dirty="0">
                <a:solidFill>
                  <a:srgbClr val="D3D3D3"/>
                </a:solidFill>
                <a:latin typeface="Consolas"/>
                <a:cs typeface="Consolas"/>
              </a:rPr>
              <a:t>line</a:t>
            </a:r>
            <a:r>
              <a:rPr sz="2800" spc="-9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2800" spc="-10" dirty="0">
                <a:solidFill>
                  <a:srgbClr val="D3D3D3"/>
                </a:solidFill>
                <a:latin typeface="Consolas"/>
                <a:cs typeface="Consolas"/>
              </a:rPr>
              <a:t>description.</a:t>
            </a:r>
            <a:endParaRPr sz="2800">
              <a:latin typeface="Consolas"/>
              <a:cs typeface="Consolas"/>
            </a:endParaRPr>
          </a:p>
          <a:p>
            <a:pPr marL="597535">
              <a:lnSpc>
                <a:spcPct val="100000"/>
              </a:lnSpc>
              <a:spcBef>
                <a:spcPts val="1680"/>
              </a:spcBef>
            </a:pPr>
            <a:r>
              <a:rPr sz="2800" dirty="0">
                <a:solidFill>
                  <a:srgbClr val="559CD5"/>
                </a:solidFill>
                <a:latin typeface="Consolas"/>
                <a:cs typeface="Consolas"/>
              </a:rPr>
              <a:t>\item</a:t>
            </a:r>
            <a:r>
              <a:rPr sz="2800" dirty="0">
                <a:solidFill>
                  <a:srgbClr val="D3D3D3"/>
                </a:solidFill>
                <a:latin typeface="Consolas"/>
                <a:cs typeface="Consolas"/>
              </a:rPr>
              <a:t>[Something</a:t>
            </a:r>
            <a:r>
              <a:rPr sz="2800" spc="-11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D3D3D3"/>
                </a:solidFill>
                <a:latin typeface="Consolas"/>
                <a:cs typeface="Consolas"/>
              </a:rPr>
              <a:t>long]</a:t>
            </a:r>
            <a:r>
              <a:rPr sz="2800" spc="-10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D3D3D3"/>
                </a:solidFill>
                <a:latin typeface="Consolas"/>
                <a:cs typeface="Consolas"/>
              </a:rPr>
              <a:t>A</a:t>
            </a:r>
            <a:r>
              <a:rPr sz="2800" spc="-10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D3D3D3"/>
                </a:solidFill>
                <a:latin typeface="Consolas"/>
                <a:cs typeface="Consolas"/>
              </a:rPr>
              <a:t>much</a:t>
            </a:r>
            <a:r>
              <a:rPr sz="2800" spc="-10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D3D3D3"/>
                </a:solidFill>
                <a:latin typeface="Consolas"/>
                <a:cs typeface="Consolas"/>
              </a:rPr>
              <a:t>longer</a:t>
            </a:r>
            <a:r>
              <a:rPr sz="2800" spc="-10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2800" spc="-10" dirty="0">
                <a:solidFill>
                  <a:srgbClr val="D3D3D3"/>
                </a:solidFill>
                <a:latin typeface="Consolas"/>
                <a:cs typeface="Consolas"/>
              </a:rPr>
              <a:t>description.</a:t>
            </a:r>
            <a:endParaRPr sz="2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680"/>
              </a:spcBef>
            </a:pPr>
            <a:r>
              <a:rPr sz="2800" spc="-10" dirty="0">
                <a:solidFill>
                  <a:srgbClr val="DCDCAA"/>
                </a:solidFill>
                <a:latin typeface="Consolas"/>
                <a:cs typeface="Consolas"/>
              </a:rPr>
              <a:t>\blindtext</a:t>
            </a:r>
            <a:r>
              <a:rPr sz="2800" spc="-10" dirty="0">
                <a:solidFill>
                  <a:srgbClr val="D3D3D3"/>
                </a:solidFill>
                <a:latin typeface="Consolas"/>
                <a:cs typeface="Consolas"/>
              </a:rPr>
              <a:t>[1]</a:t>
            </a:r>
            <a:endParaRPr sz="2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685"/>
              </a:spcBef>
            </a:pPr>
            <a:r>
              <a:rPr sz="2800" spc="-10" dirty="0">
                <a:solidFill>
                  <a:srgbClr val="DCDCAA"/>
                </a:solidFill>
                <a:latin typeface="Consolas"/>
                <a:cs typeface="Consolas"/>
              </a:rPr>
              <a:t>\end</a:t>
            </a:r>
            <a:r>
              <a:rPr sz="2800" spc="-10" dirty="0">
                <a:solidFill>
                  <a:srgbClr val="D3D3D3"/>
                </a:solidFill>
                <a:latin typeface="Consolas"/>
                <a:cs typeface="Consolas"/>
              </a:rPr>
              <a:t>{</a:t>
            </a:r>
            <a:r>
              <a:rPr sz="2800" spc="-10" dirty="0">
                <a:solidFill>
                  <a:srgbClr val="9CDCFD"/>
                </a:solidFill>
                <a:latin typeface="Consolas"/>
                <a:cs typeface="Consolas"/>
              </a:rPr>
              <a:t>description</a:t>
            </a:r>
            <a:r>
              <a:rPr sz="2800" spc="-10" dirty="0">
                <a:solidFill>
                  <a:srgbClr val="D3D3D3"/>
                </a:solidFill>
                <a:latin typeface="Consolas"/>
                <a:cs typeface="Consolas"/>
              </a:rPr>
              <a:t>}</a:t>
            </a:r>
            <a:endParaRPr sz="2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3278" rIns="0" bIns="0" rtlCol="0">
            <a:spAutoFit/>
          </a:bodyPr>
          <a:lstStyle/>
          <a:p>
            <a:pPr marL="2120265">
              <a:lnSpc>
                <a:spcPct val="100000"/>
              </a:lnSpc>
              <a:spcBef>
                <a:spcPts val="100"/>
              </a:spcBef>
            </a:pPr>
            <a:r>
              <a:rPr dirty="0"/>
              <a:t>Description</a:t>
            </a:r>
            <a:r>
              <a:rPr spc="-120" dirty="0"/>
              <a:t> </a:t>
            </a:r>
            <a:r>
              <a:rPr dirty="0"/>
              <a:t>List</a:t>
            </a:r>
            <a:r>
              <a:rPr spc="-80" dirty="0"/>
              <a:t> </a:t>
            </a:r>
            <a:r>
              <a:rPr spc="-10" dirty="0"/>
              <a:t>(</a:t>
            </a:r>
            <a:r>
              <a:rPr spc="-10" dirty="0">
                <a:solidFill>
                  <a:srgbClr val="FFFF00"/>
                </a:solidFill>
              </a:rPr>
              <a:t>Output</a:t>
            </a:r>
            <a:r>
              <a:rPr spc="-10" dirty="0"/>
              <a:t>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4336" y="1183601"/>
            <a:ext cx="9863327" cy="4993259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3278" rIns="0" bIns="0" rtlCol="0">
            <a:spAutoFit/>
          </a:bodyPr>
          <a:lstStyle/>
          <a:p>
            <a:pPr marL="2871470">
              <a:lnSpc>
                <a:spcPct val="100000"/>
              </a:lnSpc>
              <a:spcBef>
                <a:spcPts val="100"/>
              </a:spcBef>
            </a:pPr>
            <a:r>
              <a:rPr dirty="0"/>
              <a:t>Inserting</a:t>
            </a:r>
            <a:r>
              <a:rPr spc="-120" dirty="0"/>
              <a:t> </a:t>
            </a:r>
            <a:r>
              <a:rPr spc="-10" dirty="0"/>
              <a:t>Images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92912" y="1064513"/>
            <a:ext cx="10765155" cy="51466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solidFill>
                  <a:srgbClr val="C585C0"/>
                </a:solidFill>
                <a:latin typeface="Consolas"/>
                <a:cs typeface="Consolas"/>
              </a:rPr>
              <a:t>\documentclass</a:t>
            </a:r>
            <a:r>
              <a:rPr sz="2800" dirty="0">
                <a:solidFill>
                  <a:srgbClr val="D3D3D3"/>
                </a:solidFill>
                <a:latin typeface="Consolas"/>
                <a:cs typeface="Consolas"/>
              </a:rPr>
              <a:t>[</a:t>
            </a:r>
            <a:r>
              <a:rPr sz="2800" dirty="0">
                <a:solidFill>
                  <a:srgbClr val="9CDCFD"/>
                </a:solidFill>
                <a:latin typeface="Consolas"/>
                <a:cs typeface="Consolas"/>
              </a:rPr>
              <a:t>a4paper,</a:t>
            </a:r>
            <a:r>
              <a:rPr sz="2800" spc="-380" dirty="0">
                <a:solidFill>
                  <a:srgbClr val="9CDCFD"/>
                </a:solidFill>
                <a:latin typeface="Consolas"/>
                <a:cs typeface="Consolas"/>
              </a:rPr>
              <a:t> </a:t>
            </a:r>
            <a:r>
              <a:rPr sz="2800" spc="-10" dirty="0">
                <a:solidFill>
                  <a:srgbClr val="9CDCFD"/>
                </a:solidFill>
                <a:latin typeface="Consolas"/>
                <a:cs typeface="Consolas"/>
              </a:rPr>
              <a:t>12pt</a:t>
            </a:r>
            <a:r>
              <a:rPr sz="2800" spc="-10" dirty="0">
                <a:solidFill>
                  <a:srgbClr val="D3D3D3"/>
                </a:solidFill>
                <a:latin typeface="Consolas"/>
                <a:cs typeface="Consolas"/>
              </a:rPr>
              <a:t>]{</a:t>
            </a:r>
            <a:r>
              <a:rPr sz="2800" spc="-10" dirty="0">
                <a:solidFill>
                  <a:srgbClr val="4EC8AF"/>
                </a:solidFill>
                <a:latin typeface="Consolas"/>
                <a:cs typeface="Consolas"/>
              </a:rPr>
              <a:t>article</a:t>
            </a:r>
            <a:r>
              <a:rPr sz="2800" spc="-10" dirty="0">
                <a:solidFill>
                  <a:srgbClr val="D3D3D3"/>
                </a:solidFill>
                <a:latin typeface="Consolas"/>
                <a:cs typeface="Consolas"/>
              </a:rPr>
              <a:t>}</a:t>
            </a:r>
            <a:endParaRPr sz="28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2800" spc="-10" dirty="0">
                <a:solidFill>
                  <a:srgbClr val="C585C0"/>
                </a:solidFill>
                <a:latin typeface="Consolas"/>
                <a:cs typeface="Consolas"/>
              </a:rPr>
              <a:t>\usepackage</a:t>
            </a:r>
            <a:r>
              <a:rPr sz="2800" spc="-10" dirty="0">
                <a:solidFill>
                  <a:srgbClr val="D3D3D3"/>
                </a:solidFill>
                <a:latin typeface="Consolas"/>
                <a:cs typeface="Consolas"/>
              </a:rPr>
              <a:t>{</a:t>
            </a:r>
            <a:r>
              <a:rPr sz="2800" spc="-10" dirty="0">
                <a:solidFill>
                  <a:srgbClr val="4EC8AF"/>
                </a:solidFill>
                <a:latin typeface="Consolas"/>
                <a:cs typeface="Consolas"/>
              </a:rPr>
              <a:t>graphicx</a:t>
            </a:r>
            <a:r>
              <a:rPr sz="2800" spc="-10" dirty="0">
                <a:solidFill>
                  <a:srgbClr val="D3D3D3"/>
                </a:solidFill>
                <a:latin typeface="Consolas"/>
                <a:cs typeface="Consolas"/>
              </a:rPr>
              <a:t>}</a:t>
            </a:r>
            <a:endParaRPr sz="28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2800" dirty="0">
                <a:solidFill>
                  <a:srgbClr val="DCDCAA"/>
                </a:solidFill>
                <a:latin typeface="Consolas"/>
                <a:cs typeface="Consolas"/>
              </a:rPr>
              <a:t>\graphicspath</a:t>
            </a:r>
            <a:r>
              <a:rPr sz="2800" dirty="0">
                <a:solidFill>
                  <a:srgbClr val="D3D3D3"/>
                </a:solidFill>
                <a:latin typeface="Consolas"/>
                <a:cs typeface="Consolas"/>
              </a:rPr>
              <a:t>{</a:t>
            </a:r>
            <a:r>
              <a:rPr sz="2800" spc="-4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D3D3D3"/>
                </a:solidFill>
                <a:latin typeface="Consolas"/>
                <a:cs typeface="Consolas"/>
              </a:rPr>
              <a:t>{./images/}</a:t>
            </a:r>
            <a:r>
              <a:rPr sz="2800" spc="-3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2800" spc="-50" dirty="0">
                <a:solidFill>
                  <a:srgbClr val="D3D3D3"/>
                </a:solidFill>
                <a:latin typeface="Consolas"/>
                <a:cs typeface="Consolas"/>
              </a:rPr>
              <a:t>}</a:t>
            </a:r>
            <a:endParaRPr sz="28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2800" spc="-10" dirty="0">
                <a:solidFill>
                  <a:srgbClr val="DCDCAA"/>
                </a:solidFill>
                <a:latin typeface="Consolas"/>
                <a:cs typeface="Consolas"/>
              </a:rPr>
              <a:t>\begin</a:t>
            </a:r>
            <a:r>
              <a:rPr sz="2800" spc="-10" dirty="0">
                <a:solidFill>
                  <a:srgbClr val="D3D3D3"/>
                </a:solidFill>
                <a:latin typeface="Consolas"/>
                <a:cs typeface="Consolas"/>
              </a:rPr>
              <a:t>{</a:t>
            </a:r>
            <a:r>
              <a:rPr sz="2800" spc="-10" dirty="0">
                <a:solidFill>
                  <a:srgbClr val="9CDCFD"/>
                </a:solidFill>
                <a:latin typeface="Consolas"/>
                <a:cs typeface="Consolas"/>
              </a:rPr>
              <a:t>document</a:t>
            </a:r>
            <a:r>
              <a:rPr sz="2800" spc="-10" dirty="0">
                <a:solidFill>
                  <a:srgbClr val="D3D3D3"/>
                </a:solidFill>
                <a:latin typeface="Consolas"/>
                <a:cs typeface="Consolas"/>
              </a:rPr>
              <a:t>}</a:t>
            </a:r>
            <a:endParaRPr sz="28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2800" dirty="0">
                <a:solidFill>
                  <a:srgbClr val="DCDCAA"/>
                </a:solidFill>
                <a:latin typeface="Consolas"/>
                <a:cs typeface="Consolas"/>
              </a:rPr>
              <a:t>\section</a:t>
            </a:r>
            <a:r>
              <a:rPr sz="2800" dirty="0">
                <a:solidFill>
                  <a:srgbClr val="D3D3D3"/>
                </a:solidFill>
                <a:latin typeface="Consolas"/>
                <a:cs typeface="Consolas"/>
              </a:rPr>
              <a:t>{Inserting</a:t>
            </a:r>
            <a:r>
              <a:rPr sz="2800" spc="-12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D3D3D3"/>
                </a:solidFill>
                <a:latin typeface="Consolas"/>
                <a:cs typeface="Consolas"/>
              </a:rPr>
              <a:t>Images</a:t>
            </a:r>
            <a:r>
              <a:rPr sz="2800" spc="-114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D3D3D3"/>
                </a:solidFill>
                <a:latin typeface="Consolas"/>
                <a:cs typeface="Consolas"/>
              </a:rPr>
              <a:t>in</a:t>
            </a:r>
            <a:r>
              <a:rPr sz="2800" spc="-10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D3D3D3"/>
                </a:solidFill>
                <a:latin typeface="Consolas"/>
                <a:cs typeface="Consolas"/>
              </a:rPr>
              <a:t>a</a:t>
            </a:r>
            <a:r>
              <a:rPr sz="2800" spc="-114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2800" spc="-10" dirty="0">
                <a:solidFill>
                  <a:srgbClr val="D3D3D3"/>
                </a:solidFill>
                <a:latin typeface="Consolas"/>
                <a:cs typeface="Consolas"/>
              </a:rPr>
              <a:t>document}</a:t>
            </a:r>
            <a:endParaRPr sz="2800" dirty="0">
              <a:latin typeface="Consolas"/>
              <a:cs typeface="Consolas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sz="2800" dirty="0">
                <a:solidFill>
                  <a:srgbClr val="D3D3D3"/>
                </a:solidFill>
                <a:latin typeface="Consolas"/>
                <a:cs typeface="Consolas"/>
              </a:rPr>
              <a:t>The</a:t>
            </a:r>
            <a:r>
              <a:rPr sz="2800" spc="-3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D3D3D3"/>
                </a:solidFill>
                <a:latin typeface="Consolas"/>
                <a:cs typeface="Consolas"/>
              </a:rPr>
              <a:t>universe</a:t>
            </a:r>
            <a:r>
              <a:rPr sz="2800" spc="-1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D3D3D3"/>
                </a:solidFill>
                <a:latin typeface="Consolas"/>
                <a:cs typeface="Consolas"/>
              </a:rPr>
              <a:t>is</a:t>
            </a:r>
            <a:r>
              <a:rPr sz="2800" spc="-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D3D3D3"/>
                </a:solidFill>
                <a:latin typeface="Consolas"/>
                <a:cs typeface="Consolas"/>
              </a:rPr>
              <a:t>immense</a:t>
            </a:r>
            <a:r>
              <a:rPr sz="2800" spc="-1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D3D3D3"/>
                </a:solidFill>
                <a:latin typeface="Consolas"/>
                <a:cs typeface="Consolas"/>
              </a:rPr>
              <a:t>and</a:t>
            </a:r>
            <a:r>
              <a:rPr sz="2800" spc="-1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D3D3D3"/>
                </a:solidFill>
                <a:latin typeface="Consolas"/>
                <a:cs typeface="Consolas"/>
              </a:rPr>
              <a:t>it</a:t>
            </a:r>
            <a:r>
              <a:rPr sz="2800" spc="-1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D3D3D3"/>
                </a:solidFill>
                <a:latin typeface="Consolas"/>
                <a:cs typeface="Consolas"/>
              </a:rPr>
              <a:t>seems</a:t>
            </a:r>
            <a:r>
              <a:rPr sz="2800" spc="-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D3D3D3"/>
                </a:solidFill>
                <a:latin typeface="Consolas"/>
                <a:cs typeface="Consolas"/>
              </a:rPr>
              <a:t>to</a:t>
            </a:r>
            <a:r>
              <a:rPr sz="2800" spc="-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D3D3D3"/>
                </a:solidFill>
                <a:latin typeface="Consolas"/>
                <a:cs typeface="Consolas"/>
              </a:rPr>
              <a:t>be </a:t>
            </a:r>
            <a:r>
              <a:rPr sz="2800" spc="-10" dirty="0">
                <a:solidFill>
                  <a:srgbClr val="D3D3D3"/>
                </a:solidFill>
                <a:latin typeface="Consolas"/>
                <a:cs typeface="Consolas"/>
              </a:rPr>
              <a:t>homogeneous, </a:t>
            </a:r>
            <a:r>
              <a:rPr sz="2800" dirty="0">
                <a:solidFill>
                  <a:srgbClr val="D3D3D3"/>
                </a:solidFill>
                <a:latin typeface="Consolas"/>
                <a:cs typeface="Consolas"/>
              </a:rPr>
              <a:t>in</a:t>
            </a:r>
            <a:r>
              <a:rPr sz="2800" spc="-7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D3D3D3"/>
                </a:solidFill>
                <a:latin typeface="Consolas"/>
                <a:cs typeface="Consolas"/>
              </a:rPr>
              <a:t>a</a:t>
            </a:r>
            <a:r>
              <a:rPr sz="2800" spc="-8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D3D3D3"/>
                </a:solidFill>
                <a:latin typeface="Consolas"/>
                <a:cs typeface="Consolas"/>
              </a:rPr>
              <a:t>large</a:t>
            </a:r>
            <a:r>
              <a:rPr sz="2800" spc="-7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D3D3D3"/>
                </a:solidFill>
                <a:latin typeface="Consolas"/>
                <a:cs typeface="Consolas"/>
              </a:rPr>
              <a:t>scale,</a:t>
            </a:r>
            <a:r>
              <a:rPr sz="2800" spc="-7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D3D3D3"/>
                </a:solidFill>
                <a:latin typeface="Consolas"/>
                <a:cs typeface="Consolas"/>
              </a:rPr>
              <a:t>everywhere</a:t>
            </a:r>
            <a:r>
              <a:rPr sz="2800" spc="-7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D3D3D3"/>
                </a:solidFill>
                <a:latin typeface="Consolas"/>
                <a:cs typeface="Consolas"/>
              </a:rPr>
              <a:t>we</a:t>
            </a:r>
            <a:r>
              <a:rPr sz="2800" spc="-7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D3D3D3"/>
                </a:solidFill>
                <a:latin typeface="Consolas"/>
                <a:cs typeface="Consolas"/>
              </a:rPr>
              <a:t>look</a:t>
            </a:r>
            <a:r>
              <a:rPr sz="2800" spc="-7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2800" spc="-25" dirty="0">
                <a:solidFill>
                  <a:srgbClr val="D3D3D3"/>
                </a:solidFill>
                <a:latin typeface="Consolas"/>
                <a:cs typeface="Consolas"/>
              </a:rPr>
              <a:t>at.</a:t>
            </a:r>
            <a:endParaRPr sz="2800" dirty="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28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800" spc="-10" dirty="0">
                <a:solidFill>
                  <a:srgbClr val="DCDCAA"/>
                </a:solidFill>
                <a:latin typeface="Consolas"/>
                <a:cs typeface="Consolas"/>
              </a:rPr>
              <a:t>\includegraphics</a:t>
            </a:r>
            <a:r>
              <a:rPr sz="2800" spc="-10" dirty="0">
                <a:solidFill>
                  <a:srgbClr val="D3D3D3"/>
                </a:solidFill>
                <a:latin typeface="Consolas"/>
                <a:cs typeface="Consolas"/>
              </a:rPr>
              <a:t>{galaxy}</a:t>
            </a:r>
            <a:endParaRPr sz="2800" dirty="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28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2800" dirty="0">
                <a:solidFill>
                  <a:srgbClr val="D3D3D3"/>
                </a:solidFill>
                <a:latin typeface="Consolas"/>
                <a:cs typeface="Consolas"/>
              </a:rPr>
              <a:t>There's</a:t>
            </a:r>
            <a:r>
              <a:rPr sz="2800" spc="-7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D3D3D3"/>
                </a:solidFill>
                <a:latin typeface="Consolas"/>
                <a:cs typeface="Consolas"/>
              </a:rPr>
              <a:t>a</a:t>
            </a:r>
            <a:r>
              <a:rPr sz="2800" spc="-7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D3D3D3"/>
                </a:solidFill>
                <a:latin typeface="Consolas"/>
                <a:cs typeface="Consolas"/>
              </a:rPr>
              <a:t>picture</a:t>
            </a:r>
            <a:r>
              <a:rPr sz="2800" spc="-7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D3D3D3"/>
                </a:solidFill>
                <a:latin typeface="Consolas"/>
                <a:cs typeface="Consolas"/>
              </a:rPr>
              <a:t>of</a:t>
            </a:r>
            <a:r>
              <a:rPr sz="2800" spc="-7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D3D3D3"/>
                </a:solidFill>
                <a:latin typeface="Consolas"/>
                <a:cs typeface="Consolas"/>
              </a:rPr>
              <a:t>a</a:t>
            </a:r>
            <a:r>
              <a:rPr sz="2800" spc="-7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D3D3D3"/>
                </a:solidFill>
                <a:latin typeface="Consolas"/>
                <a:cs typeface="Consolas"/>
              </a:rPr>
              <a:t>galaxy</a:t>
            </a:r>
            <a:r>
              <a:rPr sz="2800" spc="-7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2800" spc="-10" dirty="0">
                <a:solidFill>
                  <a:srgbClr val="D3D3D3"/>
                </a:solidFill>
                <a:latin typeface="Consolas"/>
                <a:cs typeface="Consolas"/>
              </a:rPr>
              <a:t>above</a:t>
            </a:r>
            <a:endParaRPr sz="28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2800" spc="-10" dirty="0">
                <a:solidFill>
                  <a:srgbClr val="DCDCAA"/>
                </a:solidFill>
                <a:latin typeface="Consolas"/>
                <a:cs typeface="Consolas"/>
              </a:rPr>
              <a:t>\end</a:t>
            </a:r>
            <a:r>
              <a:rPr sz="2800" spc="-10" dirty="0">
                <a:solidFill>
                  <a:srgbClr val="D3D3D3"/>
                </a:solidFill>
                <a:latin typeface="Consolas"/>
                <a:cs typeface="Consolas"/>
              </a:rPr>
              <a:t>{</a:t>
            </a:r>
            <a:r>
              <a:rPr sz="2800" spc="-10" dirty="0">
                <a:solidFill>
                  <a:srgbClr val="9CDCFD"/>
                </a:solidFill>
                <a:latin typeface="Consolas"/>
                <a:cs typeface="Consolas"/>
              </a:rPr>
              <a:t>document</a:t>
            </a:r>
            <a:r>
              <a:rPr sz="2800" spc="-10" dirty="0">
                <a:solidFill>
                  <a:srgbClr val="D3D3D3"/>
                </a:solidFill>
                <a:latin typeface="Consolas"/>
                <a:cs typeface="Consolas"/>
              </a:rPr>
              <a:t>}</a:t>
            </a:r>
            <a:endParaRPr sz="2800" dirty="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38400" y="533400"/>
            <a:ext cx="7367652" cy="545151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4555363" y="6096000"/>
            <a:ext cx="31337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Image</a:t>
            </a:r>
            <a:r>
              <a:rPr sz="18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by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u="sng" dirty="0">
                <a:solidFill>
                  <a:srgbClr val="399CDB"/>
                </a:solidFill>
                <a:uFill>
                  <a:solidFill>
                    <a:srgbClr val="399CDB"/>
                  </a:solidFill>
                </a:uFill>
                <a:latin typeface="Calibri"/>
                <a:cs typeface="Calibri"/>
                <a:hlinkClick r:id="rId3"/>
              </a:rPr>
              <a:t>StockSnap</a:t>
            </a:r>
            <a:r>
              <a:rPr sz="1800" spc="-45" dirty="0">
                <a:solidFill>
                  <a:srgbClr val="399CDB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u="sng" spc="-10" dirty="0">
                <a:solidFill>
                  <a:srgbClr val="399CDB"/>
                </a:solidFill>
                <a:uFill>
                  <a:solidFill>
                    <a:srgbClr val="399CDB"/>
                  </a:solidFill>
                </a:uFill>
                <a:latin typeface="Calibri"/>
                <a:cs typeface="Calibri"/>
                <a:hlinkClick r:id="rId4"/>
              </a:rPr>
              <a:t>Pixabay</a:t>
            </a:r>
            <a:endParaRPr sz="1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Changing</a:t>
            </a:r>
            <a:r>
              <a:rPr spc="-95" dirty="0"/>
              <a:t> </a:t>
            </a:r>
            <a:r>
              <a:rPr dirty="0"/>
              <a:t>the</a:t>
            </a:r>
            <a:r>
              <a:rPr spc="-90" dirty="0"/>
              <a:t> </a:t>
            </a:r>
            <a:r>
              <a:rPr dirty="0"/>
              <a:t>image</a:t>
            </a:r>
            <a:r>
              <a:rPr spc="-85" dirty="0"/>
              <a:t> </a:t>
            </a:r>
            <a:r>
              <a:rPr dirty="0"/>
              <a:t>size</a:t>
            </a:r>
            <a:r>
              <a:rPr spc="-75" dirty="0"/>
              <a:t> </a:t>
            </a:r>
            <a:r>
              <a:rPr dirty="0"/>
              <a:t>and</a:t>
            </a:r>
            <a:r>
              <a:rPr spc="-90" dirty="0"/>
              <a:t> </a:t>
            </a:r>
            <a:r>
              <a:rPr spc="-10" dirty="0"/>
              <a:t>rotation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92912" y="2035251"/>
            <a:ext cx="1009650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solidFill>
                  <a:srgbClr val="DCDCAA"/>
                </a:solidFill>
                <a:latin typeface="Consolas"/>
                <a:cs typeface="Consolas"/>
              </a:rPr>
              <a:t>\includegraphics</a:t>
            </a:r>
            <a:r>
              <a:rPr sz="3200" dirty="0">
                <a:solidFill>
                  <a:srgbClr val="D3D3D3"/>
                </a:solidFill>
                <a:latin typeface="Consolas"/>
                <a:cs typeface="Consolas"/>
              </a:rPr>
              <a:t>[scale=0.5,</a:t>
            </a:r>
            <a:r>
              <a:rPr sz="3200" spc="-2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3200" spc="-10" dirty="0">
                <a:solidFill>
                  <a:srgbClr val="D3D3D3"/>
                </a:solidFill>
                <a:latin typeface="Consolas"/>
                <a:cs typeface="Consolas"/>
              </a:rPr>
              <a:t>angle=45]{galaxy}</a:t>
            </a:r>
            <a:endParaRPr sz="32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76475" y="306946"/>
            <a:ext cx="7639050" cy="6181725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77917" y="243585"/>
            <a:ext cx="28371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Creating</a:t>
            </a:r>
            <a:r>
              <a:rPr spc="-145" dirty="0"/>
              <a:t> </a:t>
            </a:r>
            <a:r>
              <a:rPr spc="-35" dirty="0"/>
              <a:t>Tables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32205" y="1633854"/>
            <a:ext cx="4907915" cy="30130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solidFill>
                  <a:srgbClr val="DCDCAA"/>
                </a:solidFill>
                <a:latin typeface="Consolas"/>
                <a:cs typeface="Consolas"/>
              </a:rPr>
              <a:t>\begin</a:t>
            </a:r>
            <a:r>
              <a:rPr sz="2800" spc="-10" dirty="0">
                <a:solidFill>
                  <a:srgbClr val="D3D3D3"/>
                </a:solidFill>
                <a:latin typeface="Consolas"/>
                <a:cs typeface="Consolas"/>
              </a:rPr>
              <a:t>{</a:t>
            </a:r>
            <a:r>
              <a:rPr sz="2800" spc="-10" dirty="0">
                <a:solidFill>
                  <a:srgbClr val="9CDCFD"/>
                </a:solidFill>
                <a:latin typeface="Consolas"/>
                <a:cs typeface="Consolas"/>
              </a:rPr>
              <a:t>center</a:t>
            </a:r>
            <a:r>
              <a:rPr sz="2800" spc="-10" dirty="0">
                <a:solidFill>
                  <a:srgbClr val="D3D3D3"/>
                </a:solidFill>
                <a:latin typeface="Consolas"/>
                <a:cs typeface="Consolas"/>
              </a:rPr>
              <a:t>}</a:t>
            </a:r>
            <a:endParaRPr sz="2800">
              <a:latin typeface="Consolas"/>
              <a:cs typeface="Consolas"/>
            </a:endParaRPr>
          </a:p>
          <a:p>
            <a:pPr marL="207645" marR="5080" indent="-195580">
              <a:lnSpc>
                <a:spcPct val="100000"/>
              </a:lnSpc>
              <a:tabLst>
                <a:tab pos="2941955" algn="l"/>
                <a:tab pos="4504055" algn="l"/>
              </a:tabLst>
            </a:pPr>
            <a:r>
              <a:rPr sz="2800" dirty="0">
                <a:solidFill>
                  <a:srgbClr val="DCDCAA"/>
                </a:solidFill>
                <a:latin typeface="Consolas"/>
                <a:cs typeface="Consolas"/>
              </a:rPr>
              <a:t>\begin</a:t>
            </a:r>
            <a:r>
              <a:rPr sz="2800" dirty="0">
                <a:solidFill>
                  <a:srgbClr val="D3D3D3"/>
                </a:solidFill>
                <a:latin typeface="Consolas"/>
                <a:cs typeface="Consolas"/>
              </a:rPr>
              <a:t>{</a:t>
            </a:r>
            <a:r>
              <a:rPr sz="2800" dirty="0">
                <a:solidFill>
                  <a:srgbClr val="9CDCFD"/>
                </a:solidFill>
                <a:latin typeface="Consolas"/>
                <a:cs typeface="Consolas"/>
              </a:rPr>
              <a:t>tabular</a:t>
            </a:r>
            <a:r>
              <a:rPr sz="2800" dirty="0">
                <a:solidFill>
                  <a:srgbClr val="D3D3D3"/>
                </a:solidFill>
                <a:latin typeface="Consolas"/>
                <a:cs typeface="Consolas"/>
              </a:rPr>
              <a:t>}{</a:t>
            </a:r>
            <a:r>
              <a:rPr sz="2800" spc="-3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D3D3D3"/>
                </a:solidFill>
                <a:latin typeface="Consolas"/>
                <a:cs typeface="Consolas"/>
              </a:rPr>
              <a:t>c</a:t>
            </a:r>
            <a:r>
              <a:rPr sz="2800" spc="-2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D3D3D3"/>
                </a:solidFill>
                <a:latin typeface="Consolas"/>
                <a:cs typeface="Consolas"/>
              </a:rPr>
              <a:t>c</a:t>
            </a:r>
            <a:r>
              <a:rPr sz="2800" spc="-1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D3D3D3"/>
                </a:solidFill>
                <a:latin typeface="Consolas"/>
                <a:cs typeface="Consolas"/>
              </a:rPr>
              <a:t>c</a:t>
            </a:r>
            <a:r>
              <a:rPr sz="2800" spc="-2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2800" spc="-50" dirty="0">
                <a:solidFill>
                  <a:srgbClr val="D3D3D3"/>
                </a:solidFill>
                <a:latin typeface="Consolas"/>
                <a:cs typeface="Consolas"/>
              </a:rPr>
              <a:t>} </a:t>
            </a:r>
            <a:r>
              <a:rPr sz="2800" dirty="0">
                <a:solidFill>
                  <a:srgbClr val="D3D3D3"/>
                </a:solidFill>
                <a:latin typeface="Consolas"/>
                <a:cs typeface="Consolas"/>
              </a:rPr>
              <a:t>cell1</a:t>
            </a:r>
            <a:r>
              <a:rPr sz="2800" spc="-5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C585C0"/>
                </a:solidFill>
                <a:latin typeface="Consolas"/>
                <a:cs typeface="Consolas"/>
              </a:rPr>
              <a:t>&amp;</a:t>
            </a:r>
            <a:r>
              <a:rPr sz="2800" spc="-60" dirty="0">
                <a:solidFill>
                  <a:srgbClr val="C585C0"/>
                </a:solidFill>
                <a:latin typeface="Consolas"/>
                <a:cs typeface="Consolas"/>
              </a:rPr>
              <a:t> </a:t>
            </a:r>
            <a:r>
              <a:rPr sz="2800" spc="-10" dirty="0">
                <a:solidFill>
                  <a:srgbClr val="D3D3D3"/>
                </a:solidFill>
                <a:latin typeface="Consolas"/>
                <a:cs typeface="Consolas"/>
              </a:rPr>
              <a:t>cell2</a:t>
            </a:r>
            <a:r>
              <a:rPr sz="2800" dirty="0">
                <a:solidFill>
                  <a:srgbClr val="D3D3D3"/>
                </a:solidFill>
                <a:latin typeface="Consolas"/>
                <a:cs typeface="Consolas"/>
              </a:rPr>
              <a:t>	</a:t>
            </a:r>
            <a:r>
              <a:rPr sz="2800" dirty="0">
                <a:solidFill>
                  <a:srgbClr val="C585C0"/>
                </a:solidFill>
                <a:latin typeface="Consolas"/>
                <a:cs typeface="Consolas"/>
              </a:rPr>
              <a:t>&amp;</a:t>
            </a:r>
            <a:r>
              <a:rPr sz="2800" spc="-25" dirty="0">
                <a:solidFill>
                  <a:srgbClr val="C585C0"/>
                </a:solidFill>
                <a:latin typeface="Consolas"/>
                <a:cs typeface="Consolas"/>
              </a:rPr>
              <a:t> </a:t>
            </a:r>
            <a:r>
              <a:rPr sz="2800" spc="-10" dirty="0">
                <a:solidFill>
                  <a:srgbClr val="D3D3D3"/>
                </a:solidFill>
                <a:latin typeface="Consolas"/>
                <a:cs typeface="Consolas"/>
              </a:rPr>
              <a:t>cell3</a:t>
            </a:r>
            <a:r>
              <a:rPr sz="2800" dirty="0">
                <a:solidFill>
                  <a:srgbClr val="D3D3D3"/>
                </a:solidFill>
                <a:latin typeface="Consolas"/>
                <a:cs typeface="Consolas"/>
              </a:rPr>
              <a:t>	</a:t>
            </a:r>
            <a:r>
              <a:rPr sz="2800" spc="-25" dirty="0">
                <a:solidFill>
                  <a:srgbClr val="C585C0"/>
                </a:solidFill>
                <a:latin typeface="Consolas"/>
                <a:cs typeface="Consolas"/>
              </a:rPr>
              <a:t>\\ </a:t>
            </a:r>
            <a:r>
              <a:rPr sz="2800" dirty="0">
                <a:solidFill>
                  <a:srgbClr val="D3D3D3"/>
                </a:solidFill>
                <a:latin typeface="Consolas"/>
                <a:cs typeface="Consolas"/>
              </a:rPr>
              <a:t>cell4</a:t>
            </a:r>
            <a:r>
              <a:rPr sz="2800" spc="-5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C585C0"/>
                </a:solidFill>
                <a:latin typeface="Consolas"/>
                <a:cs typeface="Consolas"/>
              </a:rPr>
              <a:t>&amp;</a:t>
            </a:r>
            <a:r>
              <a:rPr sz="2800" spc="-60" dirty="0">
                <a:solidFill>
                  <a:srgbClr val="C585C0"/>
                </a:solidFill>
                <a:latin typeface="Consolas"/>
                <a:cs typeface="Consolas"/>
              </a:rPr>
              <a:t> </a:t>
            </a:r>
            <a:r>
              <a:rPr sz="2800" spc="-10" dirty="0">
                <a:solidFill>
                  <a:srgbClr val="D3D3D3"/>
                </a:solidFill>
                <a:latin typeface="Consolas"/>
                <a:cs typeface="Consolas"/>
              </a:rPr>
              <a:t>cell5</a:t>
            </a:r>
            <a:r>
              <a:rPr sz="2800" dirty="0">
                <a:solidFill>
                  <a:srgbClr val="D3D3D3"/>
                </a:solidFill>
                <a:latin typeface="Consolas"/>
                <a:cs typeface="Consolas"/>
              </a:rPr>
              <a:t>	</a:t>
            </a:r>
            <a:r>
              <a:rPr sz="2800" dirty="0">
                <a:solidFill>
                  <a:srgbClr val="C585C0"/>
                </a:solidFill>
                <a:latin typeface="Consolas"/>
                <a:cs typeface="Consolas"/>
              </a:rPr>
              <a:t>&amp;</a:t>
            </a:r>
            <a:r>
              <a:rPr sz="2800" spc="-25" dirty="0">
                <a:solidFill>
                  <a:srgbClr val="C585C0"/>
                </a:solidFill>
                <a:latin typeface="Consolas"/>
                <a:cs typeface="Consolas"/>
              </a:rPr>
              <a:t> </a:t>
            </a:r>
            <a:r>
              <a:rPr sz="2800" spc="-10" dirty="0">
                <a:solidFill>
                  <a:srgbClr val="D3D3D3"/>
                </a:solidFill>
                <a:latin typeface="Consolas"/>
                <a:cs typeface="Consolas"/>
              </a:rPr>
              <a:t>cell6</a:t>
            </a:r>
            <a:r>
              <a:rPr sz="2800" dirty="0">
                <a:solidFill>
                  <a:srgbClr val="D3D3D3"/>
                </a:solidFill>
                <a:latin typeface="Consolas"/>
                <a:cs typeface="Consolas"/>
              </a:rPr>
              <a:t>	</a:t>
            </a:r>
            <a:r>
              <a:rPr sz="2800" spc="-25" dirty="0">
                <a:solidFill>
                  <a:srgbClr val="C585C0"/>
                </a:solidFill>
                <a:latin typeface="Consolas"/>
                <a:cs typeface="Consolas"/>
              </a:rPr>
              <a:t>\\ </a:t>
            </a:r>
            <a:r>
              <a:rPr sz="2800" dirty="0">
                <a:solidFill>
                  <a:srgbClr val="D3D3D3"/>
                </a:solidFill>
                <a:latin typeface="Consolas"/>
                <a:cs typeface="Consolas"/>
              </a:rPr>
              <a:t>cell7</a:t>
            </a:r>
            <a:r>
              <a:rPr sz="2800" spc="-1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C585C0"/>
                </a:solidFill>
                <a:latin typeface="Consolas"/>
                <a:cs typeface="Consolas"/>
              </a:rPr>
              <a:t>&amp;</a:t>
            </a:r>
            <a:r>
              <a:rPr sz="2800" spc="-15" dirty="0">
                <a:solidFill>
                  <a:srgbClr val="C585C0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D3D3D3"/>
                </a:solidFill>
                <a:latin typeface="Consolas"/>
                <a:cs typeface="Consolas"/>
              </a:rPr>
              <a:t>cell8</a:t>
            </a:r>
            <a:r>
              <a:rPr sz="2800" spc="-1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C585C0"/>
                </a:solidFill>
                <a:latin typeface="Consolas"/>
                <a:cs typeface="Consolas"/>
              </a:rPr>
              <a:t>&amp;</a:t>
            </a:r>
            <a:r>
              <a:rPr sz="2800" spc="-10" dirty="0">
                <a:solidFill>
                  <a:srgbClr val="C585C0"/>
                </a:solidFill>
                <a:latin typeface="Consolas"/>
                <a:cs typeface="Consolas"/>
              </a:rPr>
              <a:t> </a:t>
            </a:r>
            <a:r>
              <a:rPr sz="2800" spc="-10" dirty="0">
                <a:solidFill>
                  <a:srgbClr val="D3D3D3"/>
                </a:solidFill>
                <a:latin typeface="Consolas"/>
                <a:cs typeface="Consolas"/>
              </a:rPr>
              <a:t>cell9</a:t>
            </a:r>
            <a:endParaRPr sz="2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800" spc="-10" dirty="0">
                <a:solidFill>
                  <a:srgbClr val="DCDCAA"/>
                </a:solidFill>
                <a:latin typeface="Consolas"/>
                <a:cs typeface="Consolas"/>
              </a:rPr>
              <a:t>\end</a:t>
            </a:r>
            <a:r>
              <a:rPr sz="2800" spc="-10" dirty="0">
                <a:solidFill>
                  <a:srgbClr val="D3D3D3"/>
                </a:solidFill>
                <a:latin typeface="Consolas"/>
                <a:cs typeface="Consolas"/>
              </a:rPr>
              <a:t>{</a:t>
            </a:r>
            <a:r>
              <a:rPr sz="2800" spc="-10" dirty="0">
                <a:solidFill>
                  <a:srgbClr val="9CDCFD"/>
                </a:solidFill>
                <a:latin typeface="Consolas"/>
                <a:cs typeface="Consolas"/>
              </a:rPr>
              <a:t>tabular</a:t>
            </a:r>
            <a:r>
              <a:rPr sz="2800" spc="-10" dirty="0">
                <a:solidFill>
                  <a:srgbClr val="D3D3D3"/>
                </a:solidFill>
                <a:latin typeface="Consolas"/>
                <a:cs typeface="Consolas"/>
              </a:rPr>
              <a:t>}</a:t>
            </a:r>
            <a:endParaRPr sz="2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2800" spc="-10" dirty="0">
                <a:solidFill>
                  <a:srgbClr val="DCDCAA"/>
                </a:solidFill>
                <a:latin typeface="Consolas"/>
                <a:cs typeface="Consolas"/>
              </a:rPr>
              <a:t>\end</a:t>
            </a:r>
            <a:r>
              <a:rPr sz="2800" spc="-10" dirty="0">
                <a:solidFill>
                  <a:srgbClr val="D3D3D3"/>
                </a:solidFill>
                <a:latin typeface="Consolas"/>
                <a:cs typeface="Consolas"/>
              </a:rPr>
              <a:t>{</a:t>
            </a:r>
            <a:r>
              <a:rPr sz="2800" spc="-10" dirty="0">
                <a:solidFill>
                  <a:srgbClr val="9CDCFD"/>
                </a:solidFill>
                <a:latin typeface="Consolas"/>
                <a:cs typeface="Consolas"/>
              </a:rPr>
              <a:t>center</a:t>
            </a:r>
            <a:r>
              <a:rPr sz="2800" spc="-10" dirty="0">
                <a:solidFill>
                  <a:srgbClr val="D3D3D3"/>
                </a:solidFill>
                <a:latin typeface="Consolas"/>
                <a:cs typeface="Consolas"/>
              </a:rPr>
              <a:t>}</a:t>
            </a:r>
            <a:endParaRPr sz="2800">
              <a:latin typeface="Consolas"/>
              <a:cs typeface="Consolas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sz="half" idx="3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\begin</a:t>
            </a:r>
            <a:r>
              <a:rPr spc="-10" dirty="0">
                <a:solidFill>
                  <a:srgbClr val="D3D3D3"/>
                </a:solidFill>
              </a:rPr>
              <a:t>{</a:t>
            </a:r>
            <a:r>
              <a:rPr spc="-10" dirty="0">
                <a:solidFill>
                  <a:srgbClr val="9CDCFD"/>
                </a:solidFill>
              </a:rPr>
              <a:t>center</a:t>
            </a:r>
            <a:r>
              <a:rPr spc="-10" dirty="0">
                <a:solidFill>
                  <a:srgbClr val="D3D3D3"/>
                </a:solidFill>
              </a:rPr>
              <a:t>}</a:t>
            </a:r>
          </a:p>
          <a:p>
            <a:pPr marL="12700">
              <a:lnSpc>
                <a:spcPct val="100000"/>
              </a:lnSpc>
            </a:pPr>
            <a:r>
              <a:rPr dirty="0"/>
              <a:t>\begin</a:t>
            </a:r>
            <a:r>
              <a:rPr dirty="0">
                <a:solidFill>
                  <a:srgbClr val="D3D3D3"/>
                </a:solidFill>
              </a:rPr>
              <a:t>{</a:t>
            </a:r>
            <a:r>
              <a:rPr dirty="0">
                <a:solidFill>
                  <a:srgbClr val="9CDCFD"/>
                </a:solidFill>
              </a:rPr>
              <a:t>tabular</a:t>
            </a:r>
            <a:r>
              <a:rPr dirty="0">
                <a:solidFill>
                  <a:srgbClr val="D3D3D3"/>
                </a:solidFill>
              </a:rPr>
              <a:t>}{</a:t>
            </a:r>
            <a:r>
              <a:rPr spc="-204" dirty="0">
                <a:solidFill>
                  <a:srgbClr val="D3D3D3"/>
                </a:solidFill>
              </a:rPr>
              <a:t> </a:t>
            </a:r>
            <a:r>
              <a:rPr dirty="0">
                <a:solidFill>
                  <a:srgbClr val="D3D3D3"/>
                </a:solidFill>
              </a:rPr>
              <a:t>|c|c|c|</a:t>
            </a:r>
            <a:r>
              <a:rPr spc="-204" dirty="0">
                <a:solidFill>
                  <a:srgbClr val="D3D3D3"/>
                </a:solidFill>
              </a:rPr>
              <a:t> </a:t>
            </a:r>
            <a:r>
              <a:rPr spc="-50" dirty="0">
                <a:solidFill>
                  <a:srgbClr val="D3D3D3"/>
                </a:solidFill>
              </a:rPr>
              <a:t>}</a:t>
            </a:r>
          </a:p>
          <a:p>
            <a:pPr marL="12700">
              <a:lnSpc>
                <a:spcPct val="100000"/>
              </a:lnSpc>
            </a:pPr>
            <a:r>
              <a:rPr spc="-10" dirty="0"/>
              <a:t>\hline</a:t>
            </a:r>
          </a:p>
          <a:p>
            <a:pPr marL="207645" marR="199390" algn="just">
              <a:lnSpc>
                <a:spcPct val="100000"/>
              </a:lnSpc>
            </a:pPr>
            <a:r>
              <a:rPr dirty="0">
                <a:solidFill>
                  <a:srgbClr val="D3D3D3"/>
                </a:solidFill>
              </a:rPr>
              <a:t>cell1</a:t>
            </a:r>
            <a:r>
              <a:rPr spc="-55" dirty="0">
                <a:solidFill>
                  <a:srgbClr val="D3D3D3"/>
                </a:solidFill>
              </a:rPr>
              <a:t> </a:t>
            </a:r>
            <a:r>
              <a:rPr dirty="0">
                <a:solidFill>
                  <a:srgbClr val="C585C0"/>
                </a:solidFill>
              </a:rPr>
              <a:t>&amp;</a:t>
            </a:r>
            <a:r>
              <a:rPr spc="-60" dirty="0">
                <a:solidFill>
                  <a:srgbClr val="C585C0"/>
                </a:solidFill>
              </a:rPr>
              <a:t> </a:t>
            </a:r>
            <a:r>
              <a:rPr dirty="0">
                <a:solidFill>
                  <a:srgbClr val="D3D3D3"/>
                </a:solidFill>
              </a:rPr>
              <a:t>cell2</a:t>
            </a:r>
            <a:r>
              <a:rPr spc="-55" dirty="0">
                <a:solidFill>
                  <a:srgbClr val="D3D3D3"/>
                </a:solidFill>
              </a:rPr>
              <a:t> </a:t>
            </a:r>
            <a:r>
              <a:rPr dirty="0">
                <a:solidFill>
                  <a:srgbClr val="C585C0"/>
                </a:solidFill>
              </a:rPr>
              <a:t>&amp;</a:t>
            </a:r>
            <a:r>
              <a:rPr spc="-65" dirty="0">
                <a:solidFill>
                  <a:srgbClr val="C585C0"/>
                </a:solidFill>
              </a:rPr>
              <a:t> </a:t>
            </a:r>
            <a:r>
              <a:rPr dirty="0">
                <a:solidFill>
                  <a:srgbClr val="D3D3D3"/>
                </a:solidFill>
              </a:rPr>
              <a:t>cell3</a:t>
            </a:r>
            <a:r>
              <a:rPr spc="-55" dirty="0">
                <a:solidFill>
                  <a:srgbClr val="D3D3D3"/>
                </a:solidFill>
              </a:rPr>
              <a:t> </a:t>
            </a:r>
            <a:r>
              <a:rPr spc="-25" dirty="0">
                <a:solidFill>
                  <a:srgbClr val="C585C0"/>
                </a:solidFill>
              </a:rPr>
              <a:t>\\ </a:t>
            </a:r>
            <a:r>
              <a:rPr dirty="0">
                <a:solidFill>
                  <a:srgbClr val="D3D3D3"/>
                </a:solidFill>
              </a:rPr>
              <a:t>cell4</a:t>
            </a:r>
            <a:r>
              <a:rPr spc="-55" dirty="0">
                <a:solidFill>
                  <a:srgbClr val="D3D3D3"/>
                </a:solidFill>
              </a:rPr>
              <a:t> </a:t>
            </a:r>
            <a:r>
              <a:rPr dirty="0">
                <a:solidFill>
                  <a:srgbClr val="C585C0"/>
                </a:solidFill>
              </a:rPr>
              <a:t>&amp;</a:t>
            </a:r>
            <a:r>
              <a:rPr spc="-60" dirty="0">
                <a:solidFill>
                  <a:srgbClr val="C585C0"/>
                </a:solidFill>
              </a:rPr>
              <a:t> </a:t>
            </a:r>
            <a:r>
              <a:rPr dirty="0">
                <a:solidFill>
                  <a:srgbClr val="D3D3D3"/>
                </a:solidFill>
              </a:rPr>
              <a:t>cell5</a:t>
            </a:r>
            <a:r>
              <a:rPr spc="-55" dirty="0">
                <a:solidFill>
                  <a:srgbClr val="D3D3D3"/>
                </a:solidFill>
              </a:rPr>
              <a:t> </a:t>
            </a:r>
            <a:r>
              <a:rPr dirty="0">
                <a:solidFill>
                  <a:srgbClr val="C585C0"/>
                </a:solidFill>
              </a:rPr>
              <a:t>&amp;</a:t>
            </a:r>
            <a:r>
              <a:rPr spc="-65" dirty="0">
                <a:solidFill>
                  <a:srgbClr val="C585C0"/>
                </a:solidFill>
              </a:rPr>
              <a:t> </a:t>
            </a:r>
            <a:r>
              <a:rPr dirty="0">
                <a:solidFill>
                  <a:srgbClr val="D3D3D3"/>
                </a:solidFill>
              </a:rPr>
              <a:t>cell6</a:t>
            </a:r>
            <a:r>
              <a:rPr spc="-55" dirty="0">
                <a:solidFill>
                  <a:srgbClr val="D3D3D3"/>
                </a:solidFill>
              </a:rPr>
              <a:t> </a:t>
            </a:r>
            <a:r>
              <a:rPr spc="-25" dirty="0">
                <a:solidFill>
                  <a:srgbClr val="C585C0"/>
                </a:solidFill>
              </a:rPr>
              <a:t>\\ </a:t>
            </a:r>
            <a:r>
              <a:rPr dirty="0">
                <a:solidFill>
                  <a:srgbClr val="D3D3D3"/>
                </a:solidFill>
              </a:rPr>
              <a:t>cell7</a:t>
            </a:r>
            <a:r>
              <a:rPr spc="-5" dirty="0">
                <a:solidFill>
                  <a:srgbClr val="D3D3D3"/>
                </a:solidFill>
              </a:rPr>
              <a:t> </a:t>
            </a:r>
            <a:r>
              <a:rPr dirty="0">
                <a:solidFill>
                  <a:srgbClr val="C585C0"/>
                </a:solidFill>
              </a:rPr>
              <a:t>&amp;</a:t>
            </a:r>
            <a:r>
              <a:rPr spc="-10" dirty="0">
                <a:solidFill>
                  <a:srgbClr val="C585C0"/>
                </a:solidFill>
              </a:rPr>
              <a:t> </a:t>
            </a:r>
            <a:r>
              <a:rPr dirty="0">
                <a:solidFill>
                  <a:srgbClr val="D3D3D3"/>
                </a:solidFill>
              </a:rPr>
              <a:t>cell8</a:t>
            </a:r>
            <a:r>
              <a:rPr spc="-10" dirty="0">
                <a:solidFill>
                  <a:srgbClr val="D3D3D3"/>
                </a:solidFill>
              </a:rPr>
              <a:t> </a:t>
            </a:r>
            <a:r>
              <a:rPr dirty="0">
                <a:solidFill>
                  <a:srgbClr val="C585C0"/>
                </a:solidFill>
              </a:rPr>
              <a:t>&amp;</a:t>
            </a:r>
            <a:r>
              <a:rPr spc="-15" dirty="0">
                <a:solidFill>
                  <a:srgbClr val="C585C0"/>
                </a:solidFill>
              </a:rPr>
              <a:t> </a:t>
            </a:r>
            <a:r>
              <a:rPr dirty="0">
                <a:solidFill>
                  <a:srgbClr val="D3D3D3"/>
                </a:solidFill>
              </a:rPr>
              <a:t>cell9</a:t>
            </a:r>
            <a:r>
              <a:rPr spc="-10" dirty="0">
                <a:solidFill>
                  <a:srgbClr val="D3D3D3"/>
                </a:solidFill>
              </a:rPr>
              <a:t> </a:t>
            </a:r>
            <a:r>
              <a:rPr spc="-25" dirty="0">
                <a:solidFill>
                  <a:srgbClr val="C585C0"/>
                </a:solidFill>
              </a:rPr>
              <a:t>\\</a:t>
            </a: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10" dirty="0"/>
              <a:t>\hline</a:t>
            </a:r>
          </a:p>
          <a:p>
            <a:pPr marL="12700">
              <a:lnSpc>
                <a:spcPct val="100000"/>
              </a:lnSpc>
            </a:pPr>
            <a:r>
              <a:rPr spc="-10" dirty="0"/>
              <a:t>\end</a:t>
            </a:r>
            <a:r>
              <a:rPr spc="-10" dirty="0">
                <a:solidFill>
                  <a:srgbClr val="D3D3D3"/>
                </a:solidFill>
              </a:rPr>
              <a:t>{</a:t>
            </a:r>
            <a:r>
              <a:rPr spc="-10" dirty="0">
                <a:solidFill>
                  <a:srgbClr val="9CDCFD"/>
                </a:solidFill>
              </a:rPr>
              <a:t>tabular</a:t>
            </a:r>
            <a:r>
              <a:rPr spc="-10" dirty="0">
                <a:solidFill>
                  <a:srgbClr val="D3D3D3"/>
                </a:solidFill>
              </a:rPr>
              <a:t>}</a:t>
            </a:r>
          </a:p>
          <a:p>
            <a:pPr marL="12700">
              <a:lnSpc>
                <a:spcPct val="100000"/>
              </a:lnSpc>
            </a:pPr>
            <a:r>
              <a:rPr spc="-10" dirty="0"/>
              <a:t>\end</a:t>
            </a:r>
            <a:r>
              <a:rPr spc="-10" dirty="0">
                <a:solidFill>
                  <a:srgbClr val="D3D3D3"/>
                </a:solidFill>
              </a:rPr>
              <a:t>{</a:t>
            </a:r>
            <a:r>
              <a:rPr spc="-10" dirty="0">
                <a:solidFill>
                  <a:srgbClr val="9CDCFD"/>
                </a:solidFill>
              </a:rPr>
              <a:t>center</a:t>
            </a:r>
            <a:r>
              <a:rPr spc="-10" dirty="0">
                <a:solidFill>
                  <a:srgbClr val="D3D3D3"/>
                </a:solidFill>
              </a:rPr>
              <a:t>}</a:t>
            </a:r>
          </a:p>
        </p:txBody>
      </p:sp>
      <p:sp>
        <p:nvSpPr>
          <p:cNvPr id="5" name="object 5"/>
          <p:cNvSpPr/>
          <p:nvPr/>
        </p:nvSpPr>
        <p:spPr>
          <a:xfrm>
            <a:off x="6096000" y="1091691"/>
            <a:ext cx="0" cy="5281295"/>
          </a:xfrm>
          <a:custGeom>
            <a:avLst/>
            <a:gdLst/>
            <a:ahLst/>
            <a:cxnLst/>
            <a:rect l="l" t="t" r="r" b="b"/>
            <a:pathLst>
              <a:path h="5281295">
                <a:moveTo>
                  <a:pt x="0" y="0"/>
                </a:moveTo>
                <a:lnTo>
                  <a:pt x="0" y="5281117"/>
                </a:lnTo>
              </a:path>
            </a:pathLst>
          </a:custGeom>
          <a:ln w="28575">
            <a:solidFill>
              <a:srgbClr val="39AEB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21688" y="637235"/>
            <a:ext cx="9548495" cy="5583555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3278" rIns="0" bIns="0" rtlCol="0">
            <a:spAutoFit/>
          </a:bodyPr>
          <a:lstStyle/>
          <a:p>
            <a:pPr marL="2542540">
              <a:lnSpc>
                <a:spcPct val="100000"/>
              </a:lnSpc>
              <a:spcBef>
                <a:spcPts val="100"/>
              </a:spcBef>
            </a:pPr>
            <a:r>
              <a:rPr dirty="0"/>
              <a:t>Combining</a:t>
            </a:r>
            <a:r>
              <a:rPr spc="-110" dirty="0"/>
              <a:t> </a:t>
            </a:r>
            <a:r>
              <a:rPr spc="-10" dirty="0"/>
              <a:t>Columns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29208" y="1185163"/>
            <a:ext cx="7837170" cy="2159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solidFill>
                  <a:srgbClr val="DCDCAA"/>
                </a:solidFill>
                <a:latin typeface="Consolas"/>
                <a:cs typeface="Consolas"/>
              </a:rPr>
              <a:t>\begin</a:t>
            </a:r>
            <a:r>
              <a:rPr sz="2800" spc="-10" dirty="0">
                <a:solidFill>
                  <a:srgbClr val="D3D3D3"/>
                </a:solidFill>
                <a:latin typeface="Consolas"/>
                <a:cs typeface="Consolas"/>
              </a:rPr>
              <a:t>{</a:t>
            </a:r>
            <a:r>
              <a:rPr sz="2800" spc="-10" dirty="0">
                <a:solidFill>
                  <a:srgbClr val="9CDCFD"/>
                </a:solidFill>
                <a:latin typeface="Consolas"/>
                <a:cs typeface="Consolas"/>
              </a:rPr>
              <a:t>center</a:t>
            </a:r>
            <a:r>
              <a:rPr sz="2800" spc="-10" dirty="0">
                <a:solidFill>
                  <a:srgbClr val="D3D3D3"/>
                </a:solidFill>
                <a:latin typeface="Consolas"/>
                <a:cs typeface="Consolas"/>
              </a:rPr>
              <a:t>}</a:t>
            </a:r>
            <a:endParaRPr sz="2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2800" dirty="0">
                <a:solidFill>
                  <a:srgbClr val="DCDCAA"/>
                </a:solidFill>
                <a:latin typeface="Consolas"/>
                <a:cs typeface="Consolas"/>
              </a:rPr>
              <a:t>\begin</a:t>
            </a:r>
            <a:r>
              <a:rPr sz="2800" dirty="0">
                <a:solidFill>
                  <a:srgbClr val="D3D3D3"/>
                </a:solidFill>
                <a:latin typeface="Consolas"/>
                <a:cs typeface="Consolas"/>
              </a:rPr>
              <a:t>{</a:t>
            </a:r>
            <a:r>
              <a:rPr sz="2800" dirty="0">
                <a:solidFill>
                  <a:srgbClr val="9CDCFD"/>
                </a:solidFill>
                <a:latin typeface="Consolas"/>
                <a:cs typeface="Consolas"/>
              </a:rPr>
              <a:t>tabular</a:t>
            </a:r>
            <a:r>
              <a:rPr sz="2800" dirty="0">
                <a:solidFill>
                  <a:srgbClr val="D3D3D3"/>
                </a:solidFill>
                <a:latin typeface="Consolas"/>
                <a:cs typeface="Consolas"/>
              </a:rPr>
              <a:t>}{</a:t>
            </a:r>
            <a:r>
              <a:rPr sz="2800" spc="-22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D3D3D3"/>
                </a:solidFill>
                <a:latin typeface="Consolas"/>
                <a:cs typeface="Consolas"/>
              </a:rPr>
              <a:t>|c|c|c|c|</a:t>
            </a:r>
            <a:r>
              <a:rPr sz="2800" spc="-22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2800" spc="-50" dirty="0">
                <a:solidFill>
                  <a:srgbClr val="D3D3D3"/>
                </a:solidFill>
                <a:latin typeface="Consolas"/>
                <a:cs typeface="Consolas"/>
              </a:rPr>
              <a:t>}</a:t>
            </a:r>
            <a:endParaRPr sz="2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2800" spc="-10" dirty="0">
                <a:solidFill>
                  <a:srgbClr val="DCDCAA"/>
                </a:solidFill>
                <a:latin typeface="Consolas"/>
                <a:cs typeface="Consolas"/>
              </a:rPr>
              <a:t>\hline</a:t>
            </a:r>
            <a:endParaRPr sz="2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2800" spc="-10" dirty="0">
                <a:solidFill>
                  <a:srgbClr val="DCDCAA"/>
                </a:solidFill>
                <a:latin typeface="Consolas"/>
                <a:cs typeface="Consolas"/>
              </a:rPr>
              <a:t>\multicolumn</a:t>
            </a:r>
            <a:r>
              <a:rPr sz="2800" spc="-10" dirty="0">
                <a:solidFill>
                  <a:srgbClr val="D3D3D3"/>
                </a:solidFill>
                <a:latin typeface="Consolas"/>
                <a:cs typeface="Consolas"/>
              </a:rPr>
              <a:t>{3}{|c|}{Combined</a:t>
            </a:r>
            <a:r>
              <a:rPr sz="2800" spc="-18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2800" spc="-10" dirty="0">
                <a:solidFill>
                  <a:srgbClr val="D3D3D3"/>
                </a:solidFill>
                <a:latin typeface="Consolas"/>
                <a:cs typeface="Consolas"/>
              </a:rPr>
              <a:t>Columns}</a:t>
            </a:r>
            <a:r>
              <a:rPr sz="2800" spc="-10" dirty="0">
                <a:solidFill>
                  <a:srgbClr val="C585C0"/>
                </a:solidFill>
                <a:latin typeface="Consolas"/>
                <a:cs typeface="Consolas"/>
              </a:rPr>
              <a:t>\\</a:t>
            </a:r>
            <a:endParaRPr sz="2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2800" spc="-10" dirty="0">
                <a:solidFill>
                  <a:srgbClr val="DCDCAA"/>
                </a:solidFill>
                <a:latin typeface="Consolas"/>
                <a:cs typeface="Consolas"/>
              </a:rPr>
              <a:t>\hline</a:t>
            </a:r>
            <a:endParaRPr sz="2800">
              <a:latin typeface="Consolas"/>
              <a:cs typeface="Consolas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10158" y="3423246"/>
          <a:ext cx="4164328" cy="120776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099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11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59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1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759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00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1160">
                <a:tc>
                  <a:txBody>
                    <a:bodyPr/>
                    <a:lstStyle/>
                    <a:p>
                      <a:pPr marR="57785" algn="ctr">
                        <a:lnSpc>
                          <a:spcPts val="2640"/>
                        </a:lnSpc>
                      </a:pPr>
                      <a:r>
                        <a:rPr sz="2800" spc="-20" dirty="0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col1</a:t>
                      </a:r>
                      <a:endParaRPr sz="2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40"/>
                        </a:lnSpc>
                      </a:pPr>
                      <a:r>
                        <a:rPr sz="2800" spc="-50" dirty="0">
                          <a:solidFill>
                            <a:srgbClr val="C585C0"/>
                          </a:solidFill>
                          <a:latin typeface="Consolas"/>
                          <a:cs typeface="Consolas"/>
                        </a:rPr>
                        <a:t>&amp;</a:t>
                      </a:r>
                      <a:endParaRPr sz="2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40"/>
                        </a:lnSpc>
                      </a:pPr>
                      <a:r>
                        <a:rPr sz="2800" spc="-20" dirty="0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col2</a:t>
                      </a:r>
                      <a:endParaRPr sz="2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40"/>
                        </a:lnSpc>
                      </a:pPr>
                      <a:r>
                        <a:rPr sz="2800" spc="-50" dirty="0">
                          <a:solidFill>
                            <a:srgbClr val="C585C0"/>
                          </a:solidFill>
                          <a:latin typeface="Consolas"/>
                          <a:cs typeface="Consolas"/>
                        </a:rPr>
                        <a:t>&amp;</a:t>
                      </a:r>
                      <a:endParaRPr sz="2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40"/>
                        </a:lnSpc>
                      </a:pPr>
                      <a:r>
                        <a:rPr sz="2800" spc="-20" dirty="0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col3</a:t>
                      </a:r>
                      <a:endParaRPr sz="2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5405" algn="ctr">
                        <a:lnSpc>
                          <a:spcPts val="2640"/>
                        </a:lnSpc>
                      </a:pPr>
                      <a:r>
                        <a:rPr sz="2800" spc="-25" dirty="0">
                          <a:solidFill>
                            <a:srgbClr val="C585C0"/>
                          </a:solidFill>
                          <a:latin typeface="Consolas"/>
                          <a:cs typeface="Consolas"/>
                        </a:rPr>
                        <a:t>\\</a:t>
                      </a:r>
                      <a:endParaRPr sz="2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084">
                <a:tc>
                  <a:txBody>
                    <a:bodyPr/>
                    <a:lstStyle/>
                    <a:p>
                      <a:pPr marR="57785" algn="ctr">
                        <a:lnSpc>
                          <a:spcPts val="2920"/>
                        </a:lnSpc>
                      </a:pPr>
                      <a:r>
                        <a:rPr sz="2800" spc="-20" dirty="0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col4</a:t>
                      </a:r>
                      <a:endParaRPr sz="2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20"/>
                        </a:lnSpc>
                      </a:pPr>
                      <a:r>
                        <a:rPr sz="2800" spc="-50" dirty="0">
                          <a:solidFill>
                            <a:srgbClr val="C585C0"/>
                          </a:solidFill>
                          <a:latin typeface="Consolas"/>
                          <a:cs typeface="Consolas"/>
                        </a:rPr>
                        <a:t>&amp;</a:t>
                      </a:r>
                      <a:endParaRPr sz="2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20"/>
                        </a:lnSpc>
                      </a:pPr>
                      <a:r>
                        <a:rPr sz="2800" spc="-20" dirty="0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col5</a:t>
                      </a:r>
                      <a:endParaRPr sz="2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20"/>
                        </a:lnSpc>
                      </a:pPr>
                      <a:r>
                        <a:rPr sz="2800" spc="-50" dirty="0">
                          <a:solidFill>
                            <a:srgbClr val="C585C0"/>
                          </a:solidFill>
                          <a:latin typeface="Consolas"/>
                          <a:cs typeface="Consolas"/>
                        </a:rPr>
                        <a:t>&amp;</a:t>
                      </a:r>
                      <a:endParaRPr sz="2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20"/>
                        </a:lnSpc>
                      </a:pPr>
                      <a:r>
                        <a:rPr sz="2800" spc="-20" dirty="0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col6</a:t>
                      </a:r>
                      <a:endParaRPr sz="2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5405" algn="ctr">
                        <a:lnSpc>
                          <a:spcPts val="2920"/>
                        </a:lnSpc>
                      </a:pPr>
                      <a:r>
                        <a:rPr sz="2800" spc="-25" dirty="0">
                          <a:solidFill>
                            <a:srgbClr val="C585C0"/>
                          </a:solidFill>
                          <a:latin typeface="Consolas"/>
                          <a:cs typeface="Consolas"/>
                        </a:rPr>
                        <a:t>\\</a:t>
                      </a:r>
                      <a:endParaRPr sz="2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pPr marR="57785" algn="ctr">
                        <a:lnSpc>
                          <a:spcPts val="2920"/>
                        </a:lnSpc>
                      </a:pPr>
                      <a:r>
                        <a:rPr sz="2800" spc="-20" dirty="0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col7</a:t>
                      </a:r>
                      <a:endParaRPr sz="2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20"/>
                        </a:lnSpc>
                      </a:pPr>
                      <a:r>
                        <a:rPr sz="2800" spc="-50" dirty="0">
                          <a:solidFill>
                            <a:srgbClr val="C585C0"/>
                          </a:solidFill>
                          <a:latin typeface="Consolas"/>
                          <a:cs typeface="Consolas"/>
                        </a:rPr>
                        <a:t>&amp;</a:t>
                      </a:r>
                      <a:endParaRPr sz="2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20"/>
                        </a:lnSpc>
                      </a:pPr>
                      <a:r>
                        <a:rPr sz="2800" spc="-20" dirty="0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col8</a:t>
                      </a:r>
                      <a:endParaRPr sz="2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20"/>
                        </a:lnSpc>
                      </a:pPr>
                      <a:r>
                        <a:rPr sz="2800" spc="-50" dirty="0">
                          <a:solidFill>
                            <a:srgbClr val="C585C0"/>
                          </a:solidFill>
                          <a:latin typeface="Consolas"/>
                          <a:cs typeface="Consolas"/>
                        </a:rPr>
                        <a:t>&amp;</a:t>
                      </a:r>
                      <a:endParaRPr sz="2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20"/>
                        </a:lnSpc>
                      </a:pPr>
                      <a:r>
                        <a:rPr sz="2800" spc="-20" dirty="0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col9</a:t>
                      </a:r>
                      <a:endParaRPr sz="2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5405" algn="ctr">
                        <a:lnSpc>
                          <a:spcPts val="2920"/>
                        </a:lnSpc>
                      </a:pPr>
                      <a:r>
                        <a:rPr sz="2800" spc="-25" dirty="0">
                          <a:solidFill>
                            <a:srgbClr val="C585C0"/>
                          </a:solidFill>
                          <a:latin typeface="Consolas"/>
                          <a:cs typeface="Consolas"/>
                        </a:rPr>
                        <a:t>\\</a:t>
                      </a:r>
                      <a:endParaRPr sz="2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629208" y="4599508"/>
            <a:ext cx="2563495" cy="1305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solidFill>
                  <a:srgbClr val="DCDCAA"/>
                </a:solidFill>
                <a:latin typeface="Consolas"/>
                <a:cs typeface="Consolas"/>
              </a:rPr>
              <a:t>\hline</a:t>
            </a:r>
            <a:endParaRPr sz="2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2800" spc="-10" dirty="0">
                <a:solidFill>
                  <a:srgbClr val="DCDCAA"/>
                </a:solidFill>
                <a:latin typeface="Consolas"/>
                <a:cs typeface="Consolas"/>
              </a:rPr>
              <a:t>\end</a:t>
            </a:r>
            <a:r>
              <a:rPr sz="2800" spc="-10" dirty="0">
                <a:solidFill>
                  <a:srgbClr val="D3D3D3"/>
                </a:solidFill>
                <a:latin typeface="Consolas"/>
                <a:cs typeface="Consolas"/>
              </a:rPr>
              <a:t>{</a:t>
            </a:r>
            <a:r>
              <a:rPr sz="2800" spc="-10" dirty="0">
                <a:solidFill>
                  <a:srgbClr val="9CDCFD"/>
                </a:solidFill>
                <a:latin typeface="Consolas"/>
                <a:cs typeface="Consolas"/>
              </a:rPr>
              <a:t>tabular</a:t>
            </a:r>
            <a:r>
              <a:rPr sz="2800" spc="-10" dirty="0">
                <a:solidFill>
                  <a:srgbClr val="D3D3D3"/>
                </a:solidFill>
                <a:latin typeface="Consolas"/>
                <a:cs typeface="Consolas"/>
              </a:rPr>
              <a:t>}</a:t>
            </a:r>
            <a:endParaRPr sz="2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2800" spc="-10" dirty="0">
                <a:solidFill>
                  <a:srgbClr val="DCDCAA"/>
                </a:solidFill>
                <a:latin typeface="Consolas"/>
                <a:cs typeface="Consolas"/>
              </a:rPr>
              <a:t>\end</a:t>
            </a:r>
            <a:r>
              <a:rPr sz="2800" spc="-10" dirty="0">
                <a:solidFill>
                  <a:srgbClr val="D3D3D3"/>
                </a:solidFill>
                <a:latin typeface="Consolas"/>
                <a:cs typeface="Consolas"/>
              </a:rPr>
              <a:t>{</a:t>
            </a:r>
            <a:r>
              <a:rPr sz="2800" spc="-10" dirty="0">
                <a:solidFill>
                  <a:srgbClr val="9CDCFD"/>
                </a:solidFill>
                <a:latin typeface="Consolas"/>
                <a:cs typeface="Consolas"/>
              </a:rPr>
              <a:t>center</a:t>
            </a:r>
            <a:r>
              <a:rPr sz="2800" spc="-10" dirty="0">
                <a:solidFill>
                  <a:srgbClr val="D3D3D3"/>
                </a:solidFill>
                <a:latin typeface="Consolas"/>
                <a:cs typeface="Consolas"/>
              </a:rPr>
              <a:t>}</a:t>
            </a:r>
            <a:endParaRPr sz="2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3278" rIns="0" bIns="0" rtlCol="0">
            <a:spAutoFit/>
          </a:bodyPr>
          <a:lstStyle/>
          <a:p>
            <a:pPr marL="2861310">
              <a:lnSpc>
                <a:spcPct val="100000"/>
              </a:lnSpc>
              <a:spcBef>
                <a:spcPts val="100"/>
              </a:spcBef>
            </a:pPr>
            <a:r>
              <a:rPr dirty="0"/>
              <a:t>Combining</a:t>
            </a:r>
            <a:r>
              <a:rPr spc="-110" dirty="0"/>
              <a:t> </a:t>
            </a:r>
            <a:r>
              <a:rPr spc="-20" dirty="0"/>
              <a:t>Rows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29208" y="1180591"/>
            <a:ext cx="11216005" cy="49041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10" dirty="0">
                <a:solidFill>
                  <a:srgbClr val="C585C0"/>
                </a:solidFill>
                <a:latin typeface="Consolas"/>
                <a:cs typeface="Consolas"/>
              </a:rPr>
              <a:t>\usepackage</a:t>
            </a:r>
            <a:r>
              <a:rPr sz="3200" spc="-10" dirty="0">
                <a:solidFill>
                  <a:srgbClr val="D3D3D3"/>
                </a:solidFill>
                <a:latin typeface="Consolas"/>
                <a:cs typeface="Consolas"/>
              </a:rPr>
              <a:t>{</a:t>
            </a:r>
            <a:r>
              <a:rPr sz="3200" spc="-10" dirty="0">
                <a:solidFill>
                  <a:srgbClr val="4EC8AF"/>
                </a:solidFill>
                <a:latin typeface="Consolas"/>
                <a:cs typeface="Consolas"/>
              </a:rPr>
              <a:t>multirow</a:t>
            </a:r>
            <a:r>
              <a:rPr sz="3200" spc="-10" dirty="0">
                <a:solidFill>
                  <a:srgbClr val="D3D3D3"/>
                </a:solidFill>
                <a:latin typeface="Consolas"/>
                <a:cs typeface="Consolas"/>
              </a:rPr>
              <a:t>}</a:t>
            </a:r>
            <a:endParaRPr sz="32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3200" dirty="0">
                <a:solidFill>
                  <a:srgbClr val="DCDCAA"/>
                </a:solidFill>
                <a:latin typeface="Consolas"/>
                <a:cs typeface="Consolas"/>
              </a:rPr>
              <a:t>\begin</a:t>
            </a:r>
            <a:r>
              <a:rPr sz="3200" dirty="0">
                <a:solidFill>
                  <a:srgbClr val="D3D3D3"/>
                </a:solidFill>
                <a:latin typeface="Consolas"/>
                <a:cs typeface="Consolas"/>
              </a:rPr>
              <a:t>{</a:t>
            </a:r>
            <a:r>
              <a:rPr sz="3200" dirty="0">
                <a:solidFill>
                  <a:srgbClr val="9CDCFD"/>
                </a:solidFill>
                <a:latin typeface="Consolas"/>
                <a:cs typeface="Consolas"/>
              </a:rPr>
              <a:t>tabular</a:t>
            </a:r>
            <a:r>
              <a:rPr sz="3200" dirty="0">
                <a:solidFill>
                  <a:srgbClr val="D3D3D3"/>
                </a:solidFill>
                <a:latin typeface="Consolas"/>
                <a:cs typeface="Consolas"/>
              </a:rPr>
              <a:t>}{</a:t>
            </a:r>
            <a:r>
              <a:rPr sz="3200" spc="-229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3200" dirty="0">
                <a:solidFill>
                  <a:srgbClr val="D3D3D3"/>
                </a:solidFill>
                <a:latin typeface="Consolas"/>
                <a:cs typeface="Consolas"/>
              </a:rPr>
              <a:t>|c|c|c|c|</a:t>
            </a:r>
            <a:r>
              <a:rPr sz="3200" spc="-22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3200" spc="-50" dirty="0">
                <a:solidFill>
                  <a:srgbClr val="D3D3D3"/>
                </a:solidFill>
                <a:latin typeface="Consolas"/>
                <a:cs typeface="Consolas"/>
              </a:rPr>
              <a:t>}</a:t>
            </a:r>
            <a:endParaRPr sz="32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3200" spc="-10" dirty="0">
                <a:solidFill>
                  <a:srgbClr val="DCDCAA"/>
                </a:solidFill>
                <a:latin typeface="Consolas"/>
                <a:cs typeface="Consolas"/>
              </a:rPr>
              <a:t>\hline</a:t>
            </a:r>
            <a:endParaRPr sz="32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3200" dirty="0">
                <a:solidFill>
                  <a:srgbClr val="D3D3D3"/>
                </a:solidFill>
                <a:latin typeface="Consolas"/>
                <a:cs typeface="Consolas"/>
              </a:rPr>
              <a:t>col1</a:t>
            </a:r>
            <a:r>
              <a:rPr sz="3200" spc="-4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3200" dirty="0">
                <a:solidFill>
                  <a:srgbClr val="C585C0"/>
                </a:solidFill>
                <a:latin typeface="Consolas"/>
                <a:cs typeface="Consolas"/>
              </a:rPr>
              <a:t>&amp;</a:t>
            </a:r>
            <a:r>
              <a:rPr sz="3200" spc="-55" dirty="0">
                <a:solidFill>
                  <a:srgbClr val="C585C0"/>
                </a:solidFill>
                <a:latin typeface="Consolas"/>
                <a:cs typeface="Consolas"/>
              </a:rPr>
              <a:t> </a:t>
            </a:r>
            <a:r>
              <a:rPr sz="3200" dirty="0">
                <a:solidFill>
                  <a:srgbClr val="D3D3D3"/>
                </a:solidFill>
                <a:latin typeface="Consolas"/>
                <a:cs typeface="Consolas"/>
              </a:rPr>
              <a:t>col2</a:t>
            </a:r>
            <a:r>
              <a:rPr sz="3200" spc="-5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3200" dirty="0">
                <a:solidFill>
                  <a:srgbClr val="C585C0"/>
                </a:solidFill>
                <a:latin typeface="Consolas"/>
                <a:cs typeface="Consolas"/>
              </a:rPr>
              <a:t>&amp;</a:t>
            </a:r>
            <a:r>
              <a:rPr sz="3200" spc="-45" dirty="0">
                <a:solidFill>
                  <a:srgbClr val="C585C0"/>
                </a:solidFill>
                <a:latin typeface="Consolas"/>
                <a:cs typeface="Consolas"/>
              </a:rPr>
              <a:t> </a:t>
            </a:r>
            <a:r>
              <a:rPr sz="3200" dirty="0">
                <a:solidFill>
                  <a:srgbClr val="D3D3D3"/>
                </a:solidFill>
                <a:latin typeface="Consolas"/>
                <a:cs typeface="Consolas"/>
              </a:rPr>
              <a:t>col3</a:t>
            </a:r>
            <a:r>
              <a:rPr sz="3200" spc="-5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3200" spc="-25" dirty="0">
                <a:solidFill>
                  <a:srgbClr val="C585C0"/>
                </a:solidFill>
                <a:latin typeface="Consolas"/>
                <a:cs typeface="Consolas"/>
              </a:rPr>
              <a:t>\\</a:t>
            </a:r>
            <a:endParaRPr sz="32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3200" spc="-10" dirty="0">
                <a:solidFill>
                  <a:srgbClr val="DCDCAA"/>
                </a:solidFill>
                <a:latin typeface="Consolas"/>
                <a:cs typeface="Consolas"/>
              </a:rPr>
              <a:t>\hline</a:t>
            </a:r>
            <a:endParaRPr sz="3200" dirty="0">
              <a:latin typeface="Consolas"/>
              <a:cs typeface="Consolas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sz="3200" spc="-10" dirty="0">
                <a:solidFill>
                  <a:srgbClr val="DCDCAA"/>
                </a:solidFill>
                <a:latin typeface="Consolas"/>
                <a:cs typeface="Consolas"/>
              </a:rPr>
              <a:t>\multirow</a:t>
            </a:r>
            <a:r>
              <a:rPr sz="3200" spc="-10" dirty="0">
                <a:solidFill>
                  <a:srgbClr val="D3D3D3"/>
                </a:solidFill>
                <a:latin typeface="Consolas"/>
                <a:cs typeface="Consolas"/>
              </a:rPr>
              <a:t>{3}{4em}{Multiple</a:t>
            </a:r>
            <a:r>
              <a:rPr sz="3200" spc="-8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3200" dirty="0">
                <a:solidFill>
                  <a:srgbClr val="D3D3D3"/>
                </a:solidFill>
                <a:latin typeface="Consolas"/>
                <a:cs typeface="Consolas"/>
              </a:rPr>
              <a:t>row}</a:t>
            </a:r>
            <a:r>
              <a:rPr sz="3200" spc="-7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3200" dirty="0">
                <a:solidFill>
                  <a:srgbClr val="C585C0"/>
                </a:solidFill>
                <a:latin typeface="Consolas"/>
                <a:cs typeface="Consolas"/>
              </a:rPr>
              <a:t>&amp;</a:t>
            </a:r>
            <a:r>
              <a:rPr sz="3200" spc="-75" dirty="0">
                <a:solidFill>
                  <a:srgbClr val="C585C0"/>
                </a:solidFill>
                <a:latin typeface="Consolas"/>
                <a:cs typeface="Consolas"/>
              </a:rPr>
              <a:t> </a:t>
            </a:r>
            <a:r>
              <a:rPr sz="3200" dirty="0">
                <a:solidFill>
                  <a:srgbClr val="D3D3D3"/>
                </a:solidFill>
                <a:latin typeface="Consolas"/>
                <a:cs typeface="Consolas"/>
              </a:rPr>
              <a:t>cell2</a:t>
            </a:r>
            <a:r>
              <a:rPr sz="3200" spc="-8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3200" dirty="0">
                <a:solidFill>
                  <a:srgbClr val="C585C0"/>
                </a:solidFill>
                <a:latin typeface="Consolas"/>
                <a:cs typeface="Consolas"/>
              </a:rPr>
              <a:t>&amp;</a:t>
            </a:r>
            <a:r>
              <a:rPr sz="3200" spc="-85" dirty="0">
                <a:solidFill>
                  <a:srgbClr val="C585C0"/>
                </a:solidFill>
                <a:latin typeface="Consolas"/>
                <a:cs typeface="Consolas"/>
              </a:rPr>
              <a:t> </a:t>
            </a:r>
            <a:r>
              <a:rPr sz="3200" dirty="0">
                <a:solidFill>
                  <a:srgbClr val="D3D3D3"/>
                </a:solidFill>
                <a:latin typeface="Consolas"/>
                <a:cs typeface="Consolas"/>
              </a:rPr>
              <a:t>cell3</a:t>
            </a:r>
            <a:r>
              <a:rPr sz="3200" spc="-9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3200" spc="-25" dirty="0">
                <a:solidFill>
                  <a:srgbClr val="C585C0"/>
                </a:solidFill>
                <a:latin typeface="Consolas"/>
                <a:cs typeface="Consolas"/>
              </a:rPr>
              <a:t>\\ </a:t>
            </a:r>
            <a:r>
              <a:rPr sz="3200" dirty="0">
                <a:solidFill>
                  <a:srgbClr val="C585C0"/>
                </a:solidFill>
                <a:latin typeface="Consolas"/>
                <a:cs typeface="Consolas"/>
              </a:rPr>
              <a:t>&amp;</a:t>
            </a:r>
            <a:r>
              <a:rPr sz="3200" spc="-50" dirty="0">
                <a:solidFill>
                  <a:srgbClr val="C585C0"/>
                </a:solidFill>
                <a:latin typeface="Consolas"/>
                <a:cs typeface="Consolas"/>
              </a:rPr>
              <a:t> </a:t>
            </a:r>
            <a:r>
              <a:rPr sz="3200" dirty="0">
                <a:solidFill>
                  <a:srgbClr val="D3D3D3"/>
                </a:solidFill>
                <a:latin typeface="Consolas"/>
                <a:cs typeface="Consolas"/>
              </a:rPr>
              <a:t>cell5</a:t>
            </a:r>
            <a:r>
              <a:rPr sz="3200" spc="-5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3200" dirty="0">
                <a:solidFill>
                  <a:srgbClr val="C585C0"/>
                </a:solidFill>
                <a:latin typeface="Consolas"/>
                <a:cs typeface="Consolas"/>
              </a:rPr>
              <a:t>&amp;</a:t>
            </a:r>
            <a:r>
              <a:rPr sz="3200" spc="-45" dirty="0">
                <a:solidFill>
                  <a:srgbClr val="C585C0"/>
                </a:solidFill>
                <a:latin typeface="Consolas"/>
                <a:cs typeface="Consolas"/>
              </a:rPr>
              <a:t> </a:t>
            </a:r>
            <a:r>
              <a:rPr sz="3200" dirty="0">
                <a:solidFill>
                  <a:srgbClr val="D3D3D3"/>
                </a:solidFill>
                <a:latin typeface="Consolas"/>
                <a:cs typeface="Consolas"/>
              </a:rPr>
              <a:t>cell6</a:t>
            </a:r>
            <a:r>
              <a:rPr sz="3200" spc="-5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3200" spc="-25" dirty="0">
                <a:solidFill>
                  <a:srgbClr val="C585C0"/>
                </a:solidFill>
                <a:latin typeface="Consolas"/>
                <a:cs typeface="Consolas"/>
              </a:rPr>
              <a:t>\\</a:t>
            </a:r>
            <a:endParaRPr sz="32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3200" dirty="0">
                <a:solidFill>
                  <a:srgbClr val="C585C0"/>
                </a:solidFill>
                <a:latin typeface="Consolas"/>
                <a:cs typeface="Consolas"/>
              </a:rPr>
              <a:t>&amp; </a:t>
            </a:r>
            <a:r>
              <a:rPr sz="3200" dirty="0">
                <a:solidFill>
                  <a:srgbClr val="D3D3D3"/>
                </a:solidFill>
                <a:latin typeface="Consolas"/>
                <a:cs typeface="Consolas"/>
              </a:rPr>
              <a:t>cell8 </a:t>
            </a:r>
            <a:r>
              <a:rPr sz="3200" dirty="0">
                <a:solidFill>
                  <a:srgbClr val="C585C0"/>
                </a:solidFill>
                <a:latin typeface="Consolas"/>
                <a:cs typeface="Consolas"/>
              </a:rPr>
              <a:t>&amp; </a:t>
            </a:r>
            <a:r>
              <a:rPr sz="3200" dirty="0">
                <a:solidFill>
                  <a:srgbClr val="D3D3D3"/>
                </a:solidFill>
                <a:latin typeface="Consolas"/>
                <a:cs typeface="Consolas"/>
              </a:rPr>
              <a:t>cell9 </a:t>
            </a:r>
            <a:r>
              <a:rPr sz="3200" spc="-25" dirty="0">
                <a:solidFill>
                  <a:srgbClr val="C585C0"/>
                </a:solidFill>
                <a:latin typeface="Consolas"/>
                <a:cs typeface="Consolas"/>
              </a:rPr>
              <a:t>\\</a:t>
            </a:r>
            <a:endParaRPr sz="32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3200" spc="-10" dirty="0">
                <a:solidFill>
                  <a:srgbClr val="DCDCAA"/>
                </a:solidFill>
                <a:latin typeface="Consolas"/>
                <a:cs typeface="Consolas"/>
              </a:rPr>
              <a:t>\hline</a:t>
            </a:r>
            <a:endParaRPr sz="32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3200" spc="-10" dirty="0">
                <a:solidFill>
                  <a:srgbClr val="DCDCAA"/>
                </a:solidFill>
                <a:latin typeface="Consolas"/>
                <a:cs typeface="Consolas"/>
              </a:rPr>
              <a:t>\end</a:t>
            </a:r>
            <a:r>
              <a:rPr sz="3200" spc="-10" dirty="0">
                <a:solidFill>
                  <a:srgbClr val="D3D3D3"/>
                </a:solidFill>
                <a:latin typeface="Consolas"/>
                <a:cs typeface="Consolas"/>
              </a:rPr>
              <a:t>{</a:t>
            </a:r>
            <a:r>
              <a:rPr sz="3200" spc="-10" dirty="0">
                <a:solidFill>
                  <a:srgbClr val="9CDCFD"/>
                </a:solidFill>
                <a:latin typeface="Consolas"/>
                <a:cs typeface="Consolas"/>
              </a:rPr>
              <a:t>tabular</a:t>
            </a:r>
            <a:r>
              <a:rPr sz="3200" spc="-10" dirty="0">
                <a:solidFill>
                  <a:srgbClr val="D3D3D3"/>
                </a:solidFill>
                <a:latin typeface="Consolas"/>
                <a:cs typeface="Consolas"/>
              </a:rPr>
              <a:t>}</a:t>
            </a:r>
            <a:endParaRPr sz="3200" dirty="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28597" y="329806"/>
            <a:ext cx="8734679" cy="6198361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5291" y="2686303"/>
            <a:ext cx="1294130" cy="1068705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12700" marR="5080">
              <a:lnSpc>
                <a:spcPts val="3890"/>
              </a:lnSpc>
              <a:spcBef>
                <a:spcPts val="585"/>
              </a:spcBef>
            </a:pPr>
            <a:r>
              <a:rPr spc="-10" dirty="0"/>
              <a:t>Greek </a:t>
            </a:r>
            <a:r>
              <a:rPr spc="-35" dirty="0"/>
              <a:t>Letters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43123" y="231952"/>
            <a:ext cx="7508494" cy="62865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5291" y="2932887"/>
            <a:ext cx="134302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Arrows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71698" y="300012"/>
            <a:ext cx="6826758" cy="6147434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5291" y="2686303"/>
            <a:ext cx="2677160" cy="1068705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12700" marR="5080">
              <a:lnSpc>
                <a:spcPts val="3890"/>
              </a:lnSpc>
              <a:spcBef>
                <a:spcPts val="585"/>
              </a:spcBef>
            </a:pPr>
            <a:r>
              <a:rPr spc="-10" dirty="0"/>
              <a:t>Miscellaneous symbols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32276" y="338480"/>
            <a:ext cx="6437249" cy="6087871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5291" y="2192528"/>
            <a:ext cx="2078989" cy="2056130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12700" marR="5080">
              <a:lnSpc>
                <a:spcPct val="90000"/>
              </a:lnSpc>
              <a:spcBef>
                <a:spcPts val="530"/>
              </a:spcBef>
            </a:pPr>
            <a:r>
              <a:rPr spc="-10" dirty="0"/>
              <a:t>Binary </a:t>
            </a:r>
            <a:r>
              <a:rPr spc="-20" dirty="0"/>
              <a:t>Operation/ </a:t>
            </a:r>
            <a:r>
              <a:rPr spc="-10" dirty="0"/>
              <a:t>Relation Symbols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47286" y="232003"/>
            <a:ext cx="4011676" cy="6244082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31302" y="1179067"/>
            <a:ext cx="343916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71855" algn="l"/>
              </a:tabLst>
            </a:pPr>
            <a:r>
              <a:rPr sz="3600" spc="-25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360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3600" spc="-10" dirty="0">
                <a:solidFill>
                  <a:srgbClr val="FFFFFF"/>
                </a:solidFill>
                <a:latin typeface="Calibri"/>
                <a:cs typeface="Calibri"/>
              </a:rPr>
              <a:t>mathematical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29208" y="243585"/>
            <a:ext cx="7458075" cy="2055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88054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FFC000"/>
                </a:solidFill>
                <a:latin typeface="Calibri"/>
                <a:cs typeface="Calibri"/>
              </a:rPr>
              <a:t>Mathematical</a:t>
            </a:r>
            <a:r>
              <a:rPr sz="3600" spc="-14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3600" spc="-10" dirty="0">
                <a:solidFill>
                  <a:srgbClr val="FFC000"/>
                </a:solidFill>
                <a:latin typeface="Calibri"/>
                <a:cs typeface="Calibri"/>
              </a:rPr>
              <a:t>Modes</a:t>
            </a:r>
            <a:endParaRPr sz="3600">
              <a:latin typeface="Calibri"/>
              <a:cs typeface="Calibri"/>
            </a:endParaRPr>
          </a:p>
          <a:p>
            <a:pPr marL="12700" marR="262890">
              <a:lnSpc>
                <a:spcPts val="4300"/>
              </a:lnSpc>
              <a:spcBef>
                <a:spcPts val="3160"/>
              </a:spcBef>
              <a:tabLst>
                <a:tab pos="1756410" algn="l"/>
                <a:tab pos="3256279" algn="l"/>
                <a:tab pos="4301490" algn="l"/>
                <a:tab pos="5934075" algn="l"/>
              </a:tabLst>
            </a:pP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LATEX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	</a:t>
            </a:r>
            <a:r>
              <a:rPr sz="3600" spc="-10" dirty="0">
                <a:solidFill>
                  <a:srgbClr val="FFFFFF"/>
                </a:solidFill>
                <a:latin typeface="Calibri"/>
                <a:cs typeface="Calibri"/>
              </a:rPr>
              <a:t>allows</a:t>
            </a:r>
            <a:r>
              <a:rPr sz="360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3600" spc="-25" dirty="0">
                <a:solidFill>
                  <a:srgbClr val="FFFFFF"/>
                </a:solidFill>
                <a:latin typeface="Calibri"/>
                <a:cs typeface="Calibri"/>
              </a:rPr>
              <a:t>two</a:t>
            </a:r>
            <a:r>
              <a:rPr sz="360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3600" spc="-10" dirty="0">
                <a:solidFill>
                  <a:srgbClr val="FFFFFF"/>
                </a:solidFill>
                <a:latin typeface="Calibri"/>
                <a:cs typeface="Calibri"/>
              </a:rPr>
              <a:t>writing</a:t>
            </a:r>
            <a:r>
              <a:rPr sz="360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3600" spc="-10" dirty="0">
                <a:solidFill>
                  <a:srgbClr val="FFFFFF"/>
                </a:solidFill>
                <a:latin typeface="Calibri"/>
                <a:cs typeface="Calibri"/>
              </a:rPr>
              <a:t>modes expressions: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9208" y="2273553"/>
            <a:ext cx="10941050" cy="2769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6350" indent="-457834" algn="just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469900" algn="l"/>
              </a:tabLst>
            </a:pPr>
            <a:r>
              <a:rPr sz="3600" i="1" dirty="0">
                <a:solidFill>
                  <a:srgbClr val="FFFF00"/>
                </a:solidFill>
                <a:latin typeface="Calibri"/>
                <a:cs typeface="Calibri"/>
              </a:rPr>
              <a:t>inline</a:t>
            </a:r>
            <a:r>
              <a:rPr sz="3600" i="1" spc="1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FFFFFF"/>
                </a:solidFill>
                <a:latin typeface="Calibri"/>
                <a:cs typeface="Calibri"/>
              </a:rPr>
              <a:t>math</a:t>
            </a:r>
            <a:r>
              <a:rPr sz="3600" spc="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FFFFFF"/>
                </a:solidFill>
                <a:latin typeface="Calibri"/>
                <a:cs typeface="Calibri"/>
              </a:rPr>
              <a:t>mode</a:t>
            </a:r>
            <a:r>
              <a:rPr sz="3600" spc="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3600" spc="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FFFFFF"/>
                </a:solidFill>
                <a:latin typeface="Calibri"/>
                <a:cs typeface="Calibri"/>
              </a:rPr>
              <a:t>used</a:t>
            </a:r>
            <a:r>
              <a:rPr sz="3600" spc="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3600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FFFFFF"/>
                </a:solidFill>
                <a:latin typeface="Calibri"/>
                <a:cs typeface="Calibri"/>
              </a:rPr>
              <a:t>write</a:t>
            </a:r>
            <a:r>
              <a:rPr sz="3600" spc="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FFFFFF"/>
                </a:solidFill>
                <a:latin typeface="Calibri"/>
                <a:cs typeface="Calibri"/>
              </a:rPr>
              <a:t>formulas</a:t>
            </a:r>
            <a:r>
              <a:rPr sz="3600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FFFFFF"/>
                </a:solidFill>
                <a:latin typeface="Calibri"/>
                <a:cs typeface="Calibri"/>
              </a:rPr>
              <a:t>that</a:t>
            </a:r>
            <a:r>
              <a:rPr sz="3600" spc="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FFFFFF"/>
                </a:solidFill>
                <a:latin typeface="Calibri"/>
                <a:cs typeface="Calibri"/>
              </a:rPr>
              <a:t>are</a:t>
            </a:r>
            <a:r>
              <a:rPr sz="3600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600" spc="-20" dirty="0">
                <a:solidFill>
                  <a:srgbClr val="FFFFFF"/>
                </a:solidFill>
                <a:latin typeface="Calibri"/>
                <a:cs typeface="Calibri"/>
              </a:rPr>
              <a:t>part </a:t>
            </a:r>
            <a:r>
              <a:rPr sz="36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3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3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600" spc="-10" dirty="0">
                <a:solidFill>
                  <a:srgbClr val="FFFFFF"/>
                </a:solidFill>
                <a:latin typeface="Calibri"/>
                <a:cs typeface="Calibri"/>
              </a:rPr>
              <a:t>paragraph</a:t>
            </a:r>
            <a:endParaRPr sz="3600">
              <a:latin typeface="Calibri"/>
              <a:cs typeface="Calibri"/>
            </a:endParaRPr>
          </a:p>
          <a:p>
            <a:pPr marL="469900" marR="5080" indent="-457834" algn="just">
              <a:lnSpc>
                <a:spcPct val="100000"/>
              </a:lnSpc>
              <a:buFont typeface="Arial MT"/>
              <a:buChar char="•"/>
              <a:tabLst>
                <a:tab pos="469900" algn="l"/>
              </a:tabLst>
            </a:pPr>
            <a:r>
              <a:rPr sz="3600" i="1" dirty="0">
                <a:solidFill>
                  <a:srgbClr val="FFFF00"/>
                </a:solidFill>
                <a:latin typeface="Calibri"/>
                <a:cs typeface="Calibri"/>
              </a:rPr>
              <a:t>display</a:t>
            </a:r>
            <a:r>
              <a:rPr sz="3600" i="1" spc="6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FFFFFF"/>
                </a:solidFill>
                <a:latin typeface="Calibri"/>
                <a:cs typeface="Calibri"/>
              </a:rPr>
              <a:t>math</a:t>
            </a:r>
            <a:r>
              <a:rPr sz="3600" spc="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FFFFFF"/>
                </a:solidFill>
                <a:latin typeface="Calibri"/>
                <a:cs typeface="Calibri"/>
              </a:rPr>
              <a:t>mode</a:t>
            </a:r>
            <a:r>
              <a:rPr sz="3600" spc="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3600" spc="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FFFFFF"/>
                </a:solidFill>
                <a:latin typeface="Calibri"/>
                <a:cs typeface="Calibri"/>
              </a:rPr>
              <a:t>used</a:t>
            </a:r>
            <a:r>
              <a:rPr sz="3600" spc="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3600" spc="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FFFFFF"/>
                </a:solidFill>
                <a:latin typeface="Calibri"/>
                <a:cs typeface="Calibri"/>
              </a:rPr>
              <a:t>write</a:t>
            </a:r>
            <a:r>
              <a:rPr sz="3600" spc="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FFFFFF"/>
                </a:solidFill>
                <a:latin typeface="Calibri"/>
                <a:cs typeface="Calibri"/>
              </a:rPr>
              <a:t>expressions</a:t>
            </a:r>
            <a:r>
              <a:rPr sz="3600" spc="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FFFFFF"/>
                </a:solidFill>
                <a:latin typeface="Calibri"/>
                <a:cs typeface="Calibri"/>
              </a:rPr>
              <a:t>that</a:t>
            </a:r>
            <a:r>
              <a:rPr sz="3600" spc="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600" spc="-25" dirty="0">
                <a:solidFill>
                  <a:srgbClr val="FFFFFF"/>
                </a:solidFill>
                <a:latin typeface="Calibri"/>
                <a:cs typeface="Calibri"/>
              </a:rPr>
              <a:t>are </a:t>
            </a:r>
            <a:r>
              <a:rPr sz="3600" dirty="0">
                <a:solidFill>
                  <a:srgbClr val="FFFFFF"/>
                </a:solidFill>
                <a:latin typeface="Calibri"/>
                <a:cs typeface="Calibri"/>
              </a:rPr>
              <a:t>not</a:t>
            </a:r>
            <a:r>
              <a:rPr sz="3600" spc="150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3600" dirty="0">
                <a:solidFill>
                  <a:srgbClr val="FFFFFF"/>
                </a:solidFill>
                <a:latin typeface="Calibri"/>
                <a:cs typeface="Calibri"/>
              </a:rPr>
              <a:t>part</a:t>
            </a:r>
            <a:r>
              <a:rPr sz="3600" spc="145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36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3600" spc="155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36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3600" spc="150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3600" dirty="0">
                <a:solidFill>
                  <a:srgbClr val="FFFFFF"/>
                </a:solidFill>
                <a:latin typeface="Calibri"/>
                <a:cs typeface="Calibri"/>
              </a:rPr>
              <a:t>paragraph,</a:t>
            </a:r>
            <a:r>
              <a:rPr sz="3600" spc="145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36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3600" spc="150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3600" dirty="0">
                <a:solidFill>
                  <a:srgbClr val="FFFFFF"/>
                </a:solidFill>
                <a:latin typeface="Calibri"/>
                <a:cs typeface="Calibri"/>
              </a:rPr>
              <a:t>are</a:t>
            </a:r>
            <a:r>
              <a:rPr sz="3600" spc="150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3600" dirty="0">
                <a:solidFill>
                  <a:srgbClr val="FFFFFF"/>
                </a:solidFill>
                <a:latin typeface="Calibri"/>
                <a:cs typeface="Calibri"/>
              </a:rPr>
              <a:t>therefore</a:t>
            </a:r>
            <a:r>
              <a:rPr sz="3600" spc="145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3600" dirty="0">
                <a:solidFill>
                  <a:srgbClr val="FFFFFF"/>
                </a:solidFill>
                <a:latin typeface="Calibri"/>
                <a:cs typeface="Calibri"/>
              </a:rPr>
              <a:t>put</a:t>
            </a:r>
            <a:r>
              <a:rPr sz="3600" spc="150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3600" spc="-25" dirty="0">
                <a:solidFill>
                  <a:srgbClr val="FFFFFF"/>
                </a:solidFill>
                <a:latin typeface="Calibri"/>
                <a:cs typeface="Calibri"/>
              </a:rPr>
              <a:t>on </a:t>
            </a:r>
            <a:r>
              <a:rPr sz="3600" dirty="0">
                <a:solidFill>
                  <a:srgbClr val="FFFFFF"/>
                </a:solidFill>
                <a:latin typeface="Calibri"/>
                <a:cs typeface="Calibri"/>
              </a:rPr>
              <a:t>separate</a:t>
            </a:r>
            <a:r>
              <a:rPr sz="3600" spc="-2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600" spc="-10" dirty="0">
                <a:solidFill>
                  <a:srgbClr val="FFFFFF"/>
                </a:solidFill>
                <a:latin typeface="Calibri"/>
                <a:cs typeface="Calibri"/>
              </a:rPr>
              <a:t>lines</a:t>
            </a:r>
            <a:endParaRPr sz="3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9208" y="243585"/>
            <a:ext cx="10937875" cy="4988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FFC000"/>
                </a:solidFill>
                <a:latin typeface="Calibri"/>
                <a:cs typeface="Calibri"/>
              </a:rPr>
              <a:t>Inline</a:t>
            </a:r>
            <a:r>
              <a:rPr sz="3600" spc="-7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FFC000"/>
                </a:solidFill>
                <a:latin typeface="Calibri"/>
                <a:cs typeface="Calibri"/>
              </a:rPr>
              <a:t>Math</a:t>
            </a:r>
            <a:r>
              <a:rPr sz="3600" spc="-5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3600" spc="-20" dirty="0">
                <a:solidFill>
                  <a:srgbClr val="FFC000"/>
                </a:solidFill>
                <a:latin typeface="Calibri"/>
                <a:cs typeface="Calibri"/>
              </a:rPr>
              <a:t>Mode</a:t>
            </a:r>
            <a:endParaRPr sz="3600">
              <a:latin typeface="Calibri"/>
              <a:cs typeface="Calibri"/>
            </a:endParaRPr>
          </a:p>
          <a:p>
            <a:pPr marL="12700" marR="5080">
              <a:lnSpc>
                <a:spcPct val="150000"/>
              </a:lnSpc>
              <a:spcBef>
                <a:spcPts val="2350"/>
              </a:spcBef>
            </a:pP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You</a:t>
            </a:r>
            <a:r>
              <a:rPr sz="3600" spc="1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can</a:t>
            </a:r>
            <a:r>
              <a:rPr sz="3600" spc="1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use</a:t>
            </a:r>
            <a:r>
              <a:rPr sz="3600" spc="1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any</a:t>
            </a:r>
            <a:r>
              <a:rPr sz="3600" spc="1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sz="3600" spc="1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these</a:t>
            </a:r>
            <a:r>
              <a:rPr sz="3600" spc="19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"delimiters"</a:t>
            </a:r>
            <a:r>
              <a:rPr sz="3600" spc="1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3600" spc="19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typeset</a:t>
            </a:r>
            <a:r>
              <a:rPr sz="3600" spc="18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spc="-20" dirty="0">
                <a:solidFill>
                  <a:srgbClr val="FFFFFF"/>
                </a:solidFill>
                <a:latin typeface="Arial MT"/>
                <a:cs typeface="Arial MT"/>
              </a:rPr>
              <a:t>your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math</a:t>
            </a:r>
            <a:r>
              <a:rPr sz="36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in</a:t>
            </a:r>
            <a:r>
              <a:rPr sz="36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inline</a:t>
            </a:r>
            <a:r>
              <a:rPr sz="36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mode:</a:t>
            </a:r>
            <a:endParaRPr sz="36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160"/>
              </a:spcBef>
            </a:pPr>
            <a:r>
              <a:rPr sz="3600" spc="-10" dirty="0">
                <a:solidFill>
                  <a:srgbClr val="4EC8AF"/>
                </a:solidFill>
                <a:latin typeface="Consolas"/>
                <a:cs typeface="Consolas"/>
              </a:rPr>
              <a:t>\(...\)</a:t>
            </a:r>
            <a:endParaRPr sz="36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2160"/>
              </a:spcBef>
            </a:pPr>
            <a:r>
              <a:rPr sz="3600" spc="-10" dirty="0">
                <a:solidFill>
                  <a:srgbClr val="4EC8AF"/>
                </a:solidFill>
                <a:latin typeface="Consolas"/>
                <a:cs typeface="Consolas"/>
              </a:rPr>
              <a:t>$...$</a:t>
            </a:r>
            <a:endParaRPr sz="36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2165"/>
              </a:spcBef>
            </a:pPr>
            <a:r>
              <a:rPr sz="3600" spc="-10" dirty="0">
                <a:solidFill>
                  <a:srgbClr val="DCDCAA"/>
                </a:solidFill>
                <a:latin typeface="Consolas"/>
                <a:cs typeface="Consolas"/>
              </a:rPr>
              <a:t>\begin</a:t>
            </a:r>
            <a:r>
              <a:rPr sz="3600" spc="-10" dirty="0">
                <a:solidFill>
                  <a:srgbClr val="D3D3D3"/>
                </a:solidFill>
                <a:latin typeface="Consolas"/>
                <a:cs typeface="Consolas"/>
              </a:rPr>
              <a:t>{</a:t>
            </a:r>
            <a:r>
              <a:rPr sz="3600" spc="-10" dirty="0">
                <a:solidFill>
                  <a:srgbClr val="9CDCFD"/>
                </a:solidFill>
                <a:latin typeface="Consolas"/>
                <a:cs typeface="Consolas"/>
              </a:rPr>
              <a:t>math</a:t>
            </a:r>
            <a:r>
              <a:rPr sz="3600" spc="-10" dirty="0">
                <a:solidFill>
                  <a:srgbClr val="D3D3D3"/>
                </a:solidFill>
                <a:latin typeface="Consolas"/>
                <a:cs typeface="Consolas"/>
              </a:rPr>
              <a:t>}</a:t>
            </a:r>
            <a:r>
              <a:rPr sz="3600" spc="-10" dirty="0">
                <a:solidFill>
                  <a:srgbClr val="4EC8AF"/>
                </a:solidFill>
                <a:latin typeface="Consolas"/>
                <a:cs typeface="Consolas"/>
              </a:rPr>
              <a:t>...</a:t>
            </a:r>
            <a:r>
              <a:rPr sz="3600" spc="-10" dirty="0">
                <a:solidFill>
                  <a:srgbClr val="DCDCAA"/>
                </a:solidFill>
                <a:latin typeface="Consolas"/>
                <a:cs typeface="Consolas"/>
              </a:rPr>
              <a:t>\end</a:t>
            </a:r>
            <a:r>
              <a:rPr sz="3600" spc="-10" dirty="0">
                <a:solidFill>
                  <a:srgbClr val="D3D3D3"/>
                </a:solidFill>
                <a:latin typeface="Consolas"/>
                <a:cs typeface="Consolas"/>
              </a:rPr>
              <a:t>{</a:t>
            </a:r>
            <a:r>
              <a:rPr sz="3600" spc="-10" dirty="0">
                <a:solidFill>
                  <a:srgbClr val="9CDCFD"/>
                </a:solidFill>
                <a:latin typeface="Consolas"/>
                <a:cs typeface="Consolas"/>
              </a:rPr>
              <a:t>math</a:t>
            </a:r>
            <a:r>
              <a:rPr sz="3600" spc="-10" dirty="0">
                <a:solidFill>
                  <a:srgbClr val="D3D3D3"/>
                </a:solidFill>
                <a:latin typeface="Consolas"/>
                <a:cs typeface="Consolas"/>
              </a:rPr>
              <a:t>}</a:t>
            </a:r>
            <a:endParaRPr sz="36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9208" y="243585"/>
            <a:ext cx="9806305" cy="41649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5252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FFC000"/>
                </a:solidFill>
                <a:latin typeface="Calibri"/>
                <a:cs typeface="Calibri"/>
              </a:rPr>
              <a:t>Display</a:t>
            </a:r>
            <a:r>
              <a:rPr sz="3600" spc="-9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FFC000"/>
                </a:solidFill>
                <a:latin typeface="Calibri"/>
                <a:cs typeface="Calibri"/>
              </a:rPr>
              <a:t>Math</a:t>
            </a:r>
            <a:r>
              <a:rPr sz="3600" spc="-7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3600" spc="-20" dirty="0">
                <a:solidFill>
                  <a:srgbClr val="FFC000"/>
                </a:solidFill>
                <a:latin typeface="Calibri"/>
                <a:cs typeface="Calibri"/>
              </a:rPr>
              <a:t>Mode</a:t>
            </a:r>
            <a:endParaRPr sz="3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4"/>
              </a:spcBef>
            </a:pPr>
            <a:endParaRPr sz="3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Use</a:t>
            </a:r>
            <a:r>
              <a:rPr sz="36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one</a:t>
            </a:r>
            <a:r>
              <a:rPr sz="36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sz="36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these</a:t>
            </a:r>
            <a:r>
              <a:rPr sz="36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constructions:</a:t>
            </a:r>
            <a:endParaRPr sz="36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160"/>
              </a:spcBef>
            </a:pPr>
            <a:r>
              <a:rPr sz="3600" spc="-10" dirty="0">
                <a:solidFill>
                  <a:srgbClr val="4EC8AF"/>
                </a:solidFill>
                <a:latin typeface="Consolas"/>
                <a:cs typeface="Consolas"/>
              </a:rPr>
              <a:t>\[...\]</a:t>
            </a:r>
            <a:endParaRPr sz="36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2160"/>
              </a:spcBef>
            </a:pPr>
            <a:r>
              <a:rPr sz="3600" spc="-10" dirty="0">
                <a:solidFill>
                  <a:srgbClr val="DCDCAA"/>
                </a:solidFill>
                <a:latin typeface="Consolas"/>
                <a:cs typeface="Consolas"/>
              </a:rPr>
              <a:t>\begin</a:t>
            </a:r>
            <a:r>
              <a:rPr sz="3600" spc="-10" dirty="0">
                <a:solidFill>
                  <a:srgbClr val="D3D3D3"/>
                </a:solidFill>
                <a:latin typeface="Consolas"/>
                <a:cs typeface="Consolas"/>
              </a:rPr>
              <a:t>{</a:t>
            </a:r>
            <a:r>
              <a:rPr sz="3600" spc="-10" dirty="0">
                <a:solidFill>
                  <a:srgbClr val="9CDCFD"/>
                </a:solidFill>
                <a:latin typeface="Consolas"/>
                <a:cs typeface="Consolas"/>
              </a:rPr>
              <a:t>displaymath</a:t>
            </a:r>
            <a:r>
              <a:rPr sz="3600" spc="-10" dirty="0">
                <a:solidFill>
                  <a:srgbClr val="D3D3D3"/>
                </a:solidFill>
                <a:latin typeface="Consolas"/>
                <a:cs typeface="Consolas"/>
              </a:rPr>
              <a:t>}</a:t>
            </a:r>
            <a:r>
              <a:rPr sz="3600" spc="-10" dirty="0">
                <a:solidFill>
                  <a:srgbClr val="4EC8AF"/>
                </a:solidFill>
                <a:latin typeface="Consolas"/>
                <a:cs typeface="Consolas"/>
              </a:rPr>
              <a:t>...</a:t>
            </a:r>
            <a:r>
              <a:rPr sz="3600" spc="-10" dirty="0">
                <a:solidFill>
                  <a:srgbClr val="DCDCAA"/>
                </a:solidFill>
                <a:latin typeface="Consolas"/>
                <a:cs typeface="Consolas"/>
              </a:rPr>
              <a:t>\end</a:t>
            </a:r>
            <a:r>
              <a:rPr sz="3600" spc="-10" dirty="0">
                <a:solidFill>
                  <a:srgbClr val="D3D3D3"/>
                </a:solidFill>
                <a:latin typeface="Consolas"/>
                <a:cs typeface="Consolas"/>
              </a:rPr>
              <a:t>{</a:t>
            </a:r>
            <a:r>
              <a:rPr sz="3600" spc="-10" dirty="0">
                <a:solidFill>
                  <a:srgbClr val="9CDCFD"/>
                </a:solidFill>
                <a:latin typeface="Consolas"/>
                <a:cs typeface="Consolas"/>
              </a:rPr>
              <a:t>displaymath</a:t>
            </a:r>
            <a:r>
              <a:rPr sz="3600" spc="-10" dirty="0">
                <a:solidFill>
                  <a:srgbClr val="D3D3D3"/>
                </a:solidFill>
                <a:latin typeface="Consolas"/>
                <a:cs typeface="Consolas"/>
              </a:rPr>
              <a:t>}</a:t>
            </a:r>
            <a:endParaRPr sz="36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2165"/>
              </a:spcBef>
            </a:pPr>
            <a:r>
              <a:rPr sz="3600" spc="-10" dirty="0">
                <a:solidFill>
                  <a:srgbClr val="DCDCAA"/>
                </a:solidFill>
                <a:latin typeface="Consolas"/>
                <a:cs typeface="Consolas"/>
              </a:rPr>
              <a:t>\begin</a:t>
            </a:r>
            <a:r>
              <a:rPr sz="3600" spc="-10" dirty="0">
                <a:solidFill>
                  <a:srgbClr val="D3D3D3"/>
                </a:solidFill>
                <a:latin typeface="Consolas"/>
                <a:cs typeface="Consolas"/>
              </a:rPr>
              <a:t>{</a:t>
            </a:r>
            <a:r>
              <a:rPr sz="3600" spc="-10" dirty="0">
                <a:solidFill>
                  <a:srgbClr val="9CDCFD"/>
                </a:solidFill>
                <a:latin typeface="Consolas"/>
                <a:cs typeface="Consolas"/>
              </a:rPr>
              <a:t>equation</a:t>
            </a:r>
            <a:r>
              <a:rPr sz="3600" spc="-10" dirty="0">
                <a:solidFill>
                  <a:srgbClr val="D3D3D3"/>
                </a:solidFill>
                <a:latin typeface="Consolas"/>
                <a:cs typeface="Consolas"/>
              </a:rPr>
              <a:t>}</a:t>
            </a:r>
            <a:r>
              <a:rPr sz="3600" spc="-10" dirty="0">
                <a:solidFill>
                  <a:srgbClr val="4EC8AF"/>
                </a:solidFill>
                <a:latin typeface="Consolas"/>
                <a:cs typeface="Consolas"/>
              </a:rPr>
              <a:t>...</a:t>
            </a:r>
            <a:r>
              <a:rPr sz="3600" spc="-10" dirty="0">
                <a:solidFill>
                  <a:srgbClr val="DCDCAA"/>
                </a:solidFill>
                <a:latin typeface="Consolas"/>
                <a:cs typeface="Consolas"/>
              </a:rPr>
              <a:t>\end</a:t>
            </a:r>
            <a:r>
              <a:rPr sz="3600" spc="-10" dirty="0">
                <a:solidFill>
                  <a:srgbClr val="D3D3D3"/>
                </a:solidFill>
                <a:latin typeface="Consolas"/>
                <a:cs typeface="Consolas"/>
              </a:rPr>
              <a:t>{</a:t>
            </a:r>
            <a:r>
              <a:rPr sz="3600" spc="-10" dirty="0">
                <a:solidFill>
                  <a:srgbClr val="9CDCFD"/>
                </a:solidFill>
                <a:latin typeface="Consolas"/>
                <a:cs typeface="Consolas"/>
              </a:rPr>
              <a:t>equation</a:t>
            </a:r>
            <a:r>
              <a:rPr sz="3600" spc="-10" dirty="0">
                <a:solidFill>
                  <a:srgbClr val="D3D3D3"/>
                </a:solidFill>
                <a:latin typeface="Consolas"/>
                <a:cs typeface="Consolas"/>
              </a:rPr>
              <a:t>}</a:t>
            </a:r>
            <a:endParaRPr sz="36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3278" rIns="0" bIns="0" rtlCol="0">
            <a:spAutoFit/>
          </a:bodyPr>
          <a:lstStyle/>
          <a:p>
            <a:pPr marL="1978660">
              <a:lnSpc>
                <a:spcPct val="100000"/>
              </a:lnSpc>
              <a:spcBef>
                <a:spcPts val="100"/>
              </a:spcBef>
            </a:pPr>
            <a:r>
              <a:rPr dirty="0"/>
              <a:t>Mathematical</a:t>
            </a:r>
            <a:r>
              <a:rPr spc="-140" dirty="0"/>
              <a:t> </a:t>
            </a:r>
            <a:r>
              <a:rPr spc="-10" dirty="0"/>
              <a:t>Expressions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29208" y="1180591"/>
            <a:ext cx="10545445" cy="49041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10" dirty="0">
                <a:solidFill>
                  <a:srgbClr val="DCDCAA"/>
                </a:solidFill>
                <a:latin typeface="Consolas"/>
                <a:cs typeface="Consolas"/>
              </a:rPr>
              <a:t>\begin</a:t>
            </a:r>
            <a:r>
              <a:rPr sz="3200" spc="-10" dirty="0">
                <a:solidFill>
                  <a:srgbClr val="D3D3D3"/>
                </a:solidFill>
                <a:latin typeface="Consolas"/>
                <a:cs typeface="Consolas"/>
              </a:rPr>
              <a:t>{</a:t>
            </a:r>
            <a:r>
              <a:rPr sz="3200" spc="-10" dirty="0">
                <a:solidFill>
                  <a:srgbClr val="9CDCFD"/>
                </a:solidFill>
                <a:latin typeface="Consolas"/>
                <a:cs typeface="Consolas"/>
              </a:rPr>
              <a:t>document</a:t>
            </a:r>
            <a:r>
              <a:rPr sz="3200" spc="-10" dirty="0">
                <a:solidFill>
                  <a:srgbClr val="D3D3D3"/>
                </a:solidFill>
                <a:latin typeface="Consolas"/>
                <a:cs typeface="Consolas"/>
              </a:rPr>
              <a:t>}</a:t>
            </a:r>
            <a:endParaRPr sz="32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3200">
              <a:latin typeface="Consolas"/>
              <a:cs typeface="Consolas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sz="3200" dirty="0">
                <a:solidFill>
                  <a:srgbClr val="D3D3D3"/>
                </a:solidFill>
                <a:latin typeface="Consolas"/>
                <a:cs typeface="Consolas"/>
              </a:rPr>
              <a:t>The</a:t>
            </a:r>
            <a:r>
              <a:rPr sz="3200" spc="-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3200" dirty="0">
                <a:solidFill>
                  <a:srgbClr val="D3D3D3"/>
                </a:solidFill>
                <a:latin typeface="Consolas"/>
                <a:cs typeface="Consolas"/>
              </a:rPr>
              <a:t>Pythagorean</a:t>
            </a:r>
            <a:r>
              <a:rPr sz="3200" spc="-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3200" dirty="0">
                <a:solidFill>
                  <a:srgbClr val="D3D3D3"/>
                </a:solidFill>
                <a:latin typeface="Consolas"/>
                <a:cs typeface="Consolas"/>
              </a:rPr>
              <a:t>theorem</a:t>
            </a:r>
            <a:r>
              <a:rPr sz="3200" spc="-1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3200" dirty="0">
                <a:solidFill>
                  <a:srgbClr val="4EC8AF"/>
                </a:solidFill>
                <a:latin typeface="Consolas"/>
                <a:cs typeface="Consolas"/>
              </a:rPr>
              <a:t>\(x^</a:t>
            </a:r>
            <a:r>
              <a:rPr sz="3200" dirty="0">
                <a:solidFill>
                  <a:srgbClr val="B5CEA8"/>
                </a:solidFill>
                <a:latin typeface="Consolas"/>
                <a:cs typeface="Consolas"/>
              </a:rPr>
              <a:t>2</a:t>
            </a:r>
            <a:r>
              <a:rPr sz="3200" spc="-15" dirty="0">
                <a:solidFill>
                  <a:srgbClr val="B5CEA8"/>
                </a:solidFill>
                <a:latin typeface="Consolas"/>
                <a:cs typeface="Consolas"/>
              </a:rPr>
              <a:t> </a:t>
            </a:r>
            <a:r>
              <a:rPr sz="3200" dirty="0">
                <a:solidFill>
                  <a:srgbClr val="4EC8AF"/>
                </a:solidFill>
                <a:latin typeface="Consolas"/>
                <a:cs typeface="Consolas"/>
              </a:rPr>
              <a:t>+ y^</a:t>
            </a:r>
            <a:r>
              <a:rPr sz="3200" dirty="0">
                <a:solidFill>
                  <a:srgbClr val="B5CEA8"/>
                </a:solidFill>
                <a:latin typeface="Consolas"/>
                <a:cs typeface="Consolas"/>
              </a:rPr>
              <a:t>2</a:t>
            </a:r>
            <a:r>
              <a:rPr sz="3200" spc="-10" dirty="0">
                <a:solidFill>
                  <a:srgbClr val="B5CEA8"/>
                </a:solidFill>
                <a:latin typeface="Consolas"/>
                <a:cs typeface="Consolas"/>
              </a:rPr>
              <a:t> </a:t>
            </a:r>
            <a:r>
              <a:rPr sz="3200" dirty="0">
                <a:solidFill>
                  <a:srgbClr val="4EC8AF"/>
                </a:solidFill>
                <a:latin typeface="Consolas"/>
                <a:cs typeface="Consolas"/>
              </a:rPr>
              <a:t>= z^</a:t>
            </a:r>
            <a:r>
              <a:rPr sz="3200" dirty="0">
                <a:solidFill>
                  <a:srgbClr val="B5CEA8"/>
                </a:solidFill>
                <a:latin typeface="Consolas"/>
                <a:cs typeface="Consolas"/>
              </a:rPr>
              <a:t>2</a:t>
            </a:r>
            <a:r>
              <a:rPr sz="3200" dirty="0">
                <a:solidFill>
                  <a:srgbClr val="4EC8AF"/>
                </a:solidFill>
                <a:latin typeface="Consolas"/>
                <a:cs typeface="Consolas"/>
              </a:rPr>
              <a:t>\)</a:t>
            </a:r>
            <a:r>
              <a:rPr sz="3200" spc="5" dirty="0">
                <a:solidFill>
                  <a:srgbClr val="4EC8AF"/>
                </a:solidFill>
                <a:latin typeface="Consolas"/>
                <a:cs typeface="Consolas"/>
              </a:rPr>
              <a:t> </a:t>
            </a:r>
            <a:r>
              <a:rPr sz="3200" spc="-25" dirty="0">
                <a:solidFill>
                  <a:srgbClr val="D3D3D3"/>
                </a:solidFill>
                <a:latin typeface="Consolas"/>
                <a:cs typeface="Consolas"/>
              </a:rPr>
              <a:t>was </a:t>
            </a:r>
            <a:r>
              <a:rPr sz="3200" dirty="0">
                <a:solidFill>
                  <a:srgbClr val="D3D3D3"/>
                </a:solidFill>
                <a:latin typeface="Consolas"/>
                <a:cs typeface="Consolas"/>
              </a:rPr>
              <a:t>proved</a:t>
            </a:r>
            <a:r>
              <a:rPr sz="3200" spc="-7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3200" dirty="0">
                <a:solidFill>
                  <a:srgbClr val="D3D3D3"/>
                </a:solidFill>
                <a:latin typeface="Consolas"/>
                <a:cs typeface="Consolas"/>
              </a:rPr>
              <a:t>to</a:t>
            </a:r>
            <a:r>
              <a:rPr sz="3200" spc="-7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3200" dirty="0">
                <a:solidFill>
                  <a:srgbClr val="D3D3D3"/>
                </a:solidFill>
                <a:latin typeface="Consolas"/>
                <a:cs typeface="Consolas"/>
              </a:rPr>
              <a:t>be</a:t>
            </a:r>
            <a:r>
              <a:rPr sz="3200" spc="-7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3200" dirty="0">
                <a:solidFill>
                  <a:srgbClr val="D3D3D3"/>
                </a:solidFill>
                <a:latin typeface="Consolas"/>
                <a:cs typeface="Consolas"/>
              </a:rPr>
              <a:t>invalid</a:t>
            </a:r>
            <a:r>
              <a:rPr sz="3200" spc="-7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3200" dirty="0">
                <a:solidFill>
                  <a:srgbClr val="D3D3D3"/>
                </a:solidFill>
                <a:latin typeface="Consolas"/>
                <a:cs typeface="Consolas"/>
              </a:rPr>
              <a:t>for</a:t>
            </a:r>
            <a:r>
              <a:rPr sz="3200" spc="-7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3200" dirty="0">
                <a:solidFill>
                  <a:srgbClr val="D3D3D3"/>
                </a:solidFill>
                <a:latin typeface="Consolas"/>
                <a:cs typeface="Consolas"/>
              </a:rPr>
              <a:t>other</a:t>
            </a:r>
            <a:r>
              <a:rPr sz="3200" spc="-7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3200" spc="-10" dirty="0">
                <a:solidFill>
                  <a:srgbClr val="D3D3D3"/>
                </a:solidFill>
                <a:latin typeface="Consolas"/>
                <a:cs typeface="Consolas"/>
              </a:rPr>
              <a:t>exponents.</a:t>
            </a:r>
            <a:endParaRPr sz="3200">
              <a:latin typeface="Consolas"/>
              <a:cs typeface="Consolas"/>
            </a:endParaRPr>
          </a:p>
          <a:p>
            <a:pPr marL="12700" marR="1573530">
              <a:lnSpc>
                <a:spcPct val="100000"/>
              </a:lnSpc>
            </a:pPr>
            <a:r>
              <a:rPr sz="3200" dirty="0">
                <a:solidFill>
                  <a:srgbClr val="D3D3D3"/>
                </a:solidFill>
                <a:latin typeface="Consolas"/>
                <a:cs typeface="Consolas"/>
              </a:rPr>
              <a:t>Meaning</a:t>
            </a:r>
            <a:r>
              <a:rPr sz="3200" spc="-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3200" dirty="0">
                <a:solidFill>
                  <a:srgbClr val="D3D3D3"/>
                </a:solidFill>
                <a:latin typeface="Consolas"/>
                <a:cs typeface="Consolas"/>
              </a:rPr>
              <a:t>the</a:t>
            </a:r>
            <a:r>
              <a:rPr sz="3200" spc="-2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3200" dirty="0">
                <a:solidFill>
                  <a:srgbClr val="D3D3D3"/>
                </a:solidFill>
                <a:latin typeface="Consolas"/>
                <a:cs typeface="Consolas"/>
              </a:rPr>
              <a:t>next equation</a:t>
            </a:r>
            <a:r>
              <a:rPr sz="3200" spc="-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3200" dirty="0">
                <a:solidFill>
                  <a:srgbClr val="D3D3D3"/>
                </a:solidFill>
                <a:latin typeface="Consolas"/>
                <a:cs typeface="Consolas"/>
              </a:rPr>
              <a:t>has</a:t>
            </a:r>
            <a:r>
              <a:rPr sz="3200" spc="-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3200" dirty="0">
                <a:solidFill>
                  <a:srgbClr val="D3D3D3"/>
                </a:solidFill>
                <a:latin typeface="Consolas"/>
                <a:cs typeface="Consolas"/>
              </a:rPr>
              <a:t>no </a:t>
            </a:r>
            <a:r>
              <a:rPr sz="3200" spc="-10" dirty="0">
                <a:solidFill>
                  <a:srgbClr val="D3D3D3"/>
                </a:solidFill>
                <a:latin typeface="Consolas"/>
                <a:cs typeface="Consolas"/>
              </a:rPr>
              <a:t>integer solutions:</a:t>
            </a:r>
            <a:endParaRPr sz="32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32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3200" dirty="0">
                <a:solidFill>
                  <a:srgbClr val="4EC8AF"/>
                </a:solidFill>
                <a:latin typeface="Consolas"/>
                <a:cs typeface="Consolas"/>
              </a:rPr>
              <a:t>\[</a:t>
            </a:r>
            <a:r>
              <a:rPr sz="3200" spc="5" dirty="0">
                <a:solidFill>
                  <a:srgbClr val="4EC8AF"/>
                </a:solidFill>
                <a:latin typeface="Consolas"/>
                <a:cs typeface="Consolas"/>
              </a:rPr>
              <a:t> </a:t>
            </a:r>
            <a:r>
              <a:rPr sz="3200" dirty="0">
                <a:solidFill>
                  <a:srgbClr val="4EC8AF"/>
                </a:solidFill>
                <a:latin typeface="Consolas"/>
                <a:cs typeface="Consolas"/>
              </a:rPr>
              <a:t>x^n</a:t>
            </a:r>
            <a:r>
              <a:rPr sz="3200" spc="-10" dirty="0">
                <a:solidFill>
                  <a:srgbClr val="4EC8AF"/>
                </a:solidFill>
                <a:latin typeface="Consolas"/>
                <a:cs typeface="Consolas"/>
              </a:rPr>
              <a:t> </a:t>
            </a:r>
            <a:r>
              <a:rPr sz="3200" dirty="0">
                <a:solidFill>
                  <a:srgbClr val="4EC8AF"/>
                </a:solidFill>
                <a:latin typeface="Consolas"/>
                <a:cs typeface="Consolas"/>
              </a:rPr>
              <a:t>+</a:t>
            </a:r>
            <a:r>
              <a:rPr sz="3200" spc="5" dirty="0">
                <a:solidFill>
                  <a:srgbClr val="4EC8AF"/>
                </a:solidFill>
                <a:latin typeface="Consolas"/>
                <a:cs typeface="Consolas"/>
              </a:rPr>
              <a:t> </a:t>
            </a:r>
            <a:r>
              <a:rPr sz="3200" dirty="0">
                <a:solidFill>
                  <a:srgbClr val="4EC8AF"/>
                </a:solidFill>
                <a:latin typeface="Consolas"/>
                <a:cs typeface="Consolas"/>
              </a:rPr>
              <a:t>y^n</a:t>
            </a:r>
            <a:r>
              <a:rPr sz="3200" spc="-5" dirty="0">
                <a:solidFill>
                  <a:srgbClr val="4EC8AF"/>
                </a:solidFill>
                <a:latin typeface="Consolas"/>
                <a:cs typeface="Consolas"/>
              </a:rPr>
              <a:t> </a:t>
            </a:r>
            <a:r>
              <a:rPr sz="3200" dirty="0">
                <a:solidFill>
                  <a:srgbClr val="4EC8AF"/>
                </a:solidFill>
                <a:latin typeface="Consolas"/>
                <a:cs typeface="Consolas"/>
              </a:rPr>
              <a:t>=</a:t>
            </a:r>
            <a:r>
              <a:rPr sz="3200" spc="5" dirty="0">
                <a:solidFill>
                  <a:srgbClr val="4EC8AF"/>
                </a:solidFill>
                <a:latin typeface="Consolas"/>
                <a:cs typeface="Consolas"/>
              </a:rPr>
              <a:t> </a:t>
            </a:r>
            <a:r>
              <a:rPr sz="3200" dirty="0">
                <a:solidFill>
                  <a:srgbClr val="4EC8AF"/>
                </a:solidFill>
                <a:latin typeface="Consolas"/>
                <a:cs typeface="Consolas"/>
              </a:rPr>
              <a:t>z^n</a:t>
            </a:r>
            <a:r>
              <a:rPr sz="3200" spc="-10" dirty="0">
                <a:solidFill>
                  <a:srgbClr val="4EC8AF"/>
                </a:solidFill>
                <a:latin typeface="Consolas"/>
                <a:cs typeface="Consolas"/>
              </a:rPr>
              <a:t> </a:t>
            </a:r>
            <a:r>
              <a:rPr sz="3200" spc="-25" dirty="0">
                <a:solidFill>
                  <a:srgbClr val="4EC8AF"/>
                </a:solidFill>
                <a:latin typeface="Consolas"/>
                <a:cs typeface="Consolas"/>
              </a:rPr>
              <a:t>\]</a:t>
            </a:r>
            <a:endParaRPr sz="32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32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3200" spc="-10" dirty="0">
                <a:solidFill>
                  <a:srgbClr val="DCDCAA"/>
                </a:solidFill>
                <a:latin typeface="Consolas"/>
                <a:cs typeface="Consolas"/>
              </a:rPr>
              <a:t>\end</a:t>
            </a:r>
            <a:r>
              <a:rPr sz="3200" spc="-10" dirty="0">
                <a:solidFill>
                  <a:srgbClr val="D3D3D3"/>
                </a:solidFill>
                <a:latin typeface="Consolas"/>
                <a:cs typeface="Consolas"/>
              </a:rPr>
              <a:t>{</a:t>
            </a:r>
            <a:r>
              <a:rPr sz="3200" spc="-10" dirty="0">
                <a:solidFill>
                  <a:srgbClr val="9CDCFD"/>
                </a:solidFill>
                <a:latin typeface="Consolas"/>
                <a:cs typeface="Consolas"/>
              </a:rPr>
              <a:t>document</a:t>
            </a:r>
            <a:r>
              <a:rPr sz="3200" spc="-10" dirty="0">
                <a:solidFill>
                  <a:srgbClr val="D3D3D3"/>
                </a:solidFill>
                <a:latin typeface="Consolas"/>
                <a:cs typeface="Consolas"/>
              </a:rPr>
              <a:t>}</a:t>
            </a:r>
            <a:endParaRPr sz="32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5990" y="1968119"/>
            <a:ext cx="10619994" cy="2277363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3278" rIns="0" bIns="0" rtlCol="0">
            <a:spAutoFit/>
          </a:bodyPr>
          <a:lstStyle/>
          <a:p>
            <a:pPr marL="312420">
              <a:lnSpc>
                <a:spcPct val="100000"/>
              </a:lnSpc>
              <a:spcBef>
                <a:spcPts val="100"/>
              </a:spcBef>
            </a:pPr>
            <a:r>
              <a:rPr dirty="0"/>
              <a:t>Display</a:t>
            </a:r>
            <a:r>
              <a:rPr spc="-80" dirty="0"/>
              <a:t> </a:t>
            </a:r>
            <a:r>
              <a:rPr dirty="0"/>
              <a:t>Math</a:t>
            </a:r>
            <a:r>
              <a:rPr spc="-55" dirty="0"/>
              <a:t> </a:t>
            </a:r>
            <a:r>
              <a:rPr dirty="0"/>
              <a:t>Mode</a:t>
            </a:r>
            <a:r>
              <a:rPr spc="-45" dirty="0"/>
              <a:t> </a:t>
            </a:r>
            <a:r>
              <a:rPr dirty="0"/>
              <a:t>(</a:t>
            </a:r>
            <a:r>
              <a:rPr dirty="0">
                <a:solidFill>
                  <a:srgbClr val="FFFF00"/>
                </a:solidFill>
              </a:rPr>
              <a:t>with</a:t>
            </a:r>
            <a:r>
              <a:rPr spc="-35" dirty="0">
                <a:solidFill>
                  <a:srgbClr val="FFFF00"/>
                </a:solidFill>
              </a:rPr>
              <a:t> </a:t>
            </a:r>
            <a:r>
              <a:rPr dirty="0">
                <a:solidFill>
                  <a:srgbClr val="FFFF00"/>
                </a:solidFill>
              </a:rPr>
              <a:t>equation</a:t>
            </a:r>
            <a:r>
              <a:rPr spc="-70" dirty="0">
                <a:solidFill>
                  <a:srgbClr val="FFFF00"/>
                </a:solidFill>
              </a:rPr>
              <a:t> </a:t>
            </a:r>
            <a:r>
              <a:rPr spc="-10" dirty="0">
                <a:solidFill>
                  <a:srgbClr val="FFFF00"/>
                </a:solidFill>
              </a:rPr>
              <a:t>number</a:t>
            </a:r>
            <a:r>
              <a:rPr spc="-10" dirty="0"/>
              <a:t>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29208" y="1185163"/>
            <a:ext cx="10960100" cy="47199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solidFill>
                  <a:srgbClr val="D3D3D3"/>
                </a:solidFill>
                <a:latin typeface="Consolas"/>
                <a:cs typeface="Consolas"/>
              </a:rPr>
              <a:t>The</a:t>
            </a:r>
            <a:r>
              <a:rPr sz="2800" spc="-8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2800" spc="-25" dirty="0">
                <a:solidFill>
                  <a:srgbClr val="D3D3D3"/>
                </a:solidFill>
                <a:latin typeface="Consolas"/>
                <a:cs typeface="Consolas"/>
              </a:rPr>
              <a:t>mass-</a:t>
            </a:r>
            <a:r>
              <a:rPr sz="2800" dirty="0">
                <a:solidFill>
                  <a:srgbClr val="D3D3D3"/>
                </a:solidFill>
                <a:latin typeface="Consolas"/>
                <a:cs typeface="Consolas"/>
              </a:rPr>
              <a:t>energy</a:t>
            </a:r>
            <a:r>
              <a:rPr sz="2800" spc="-8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D3D3D3"/>
                </a:solidFill>
                <a:latin typeface="Consolas"/>
                <a:cs typeface="Consolas"/>
              </a:rPr>
              <a:t>equivalence</a:t>
            </a:r>
            <a:r>
              <a:rPr sz="2800" spc="-8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D3D3D3"/>
                </a:solidFill>
                <a:latin typeface="Consolas"/>
                <a:cs typeface="Consolas"/>
              </a:rPr>
              <a:t>is</a:t>
            </a:r>
            <a:r>
              <a:rPr sz="2800" spc="-7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D3D3D3"/>
                </a:solidFill>
                <a:latin typeface="Consolas"/>
                <a:cs typeface="Consolas"/>
              </a:rPr>
              <a:t>described</a:t>
            </a:r>
            <a:r>
              <a:rPr sz="2800" spc="-8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D3D3D3"/>
                </a:solidFill>
                <a:latin typeface="Consolas"/>
                <a:cs typeface="Consolas"/>
              </a:rPr>
              <a:t>by</a:t>
            </a:r>
            <a:r>
              <a:rPr sz="2800" spc="-8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D3D3D3"/>
                </a:solidFill>
                <a:latin typeface="Consolas"/>
                <a:cs typeface="Consolas"/>
              </a:rPr>
              <a:t>the</a:t>
            </a:r>
            <a:r>
              <a:rPr sz="2800" spc="-8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2800" spc="-10" dirty="0">
                <a:solidFill>
                  <a:srgbClr val="D3D3D3"/>
                </a:solidFill>
                <a:latin typeface="Consolas"/>
                <a:cs typeface="Consolas"/>
              </a:rPr>
              <a:t>equation</a:t>
            </a:r>
            <a:endParaRPr sz="2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2800">
              <a:latin typeface="Consolas"/>
              <a:cs typeface="Consolas"/>
            </a:endParaRPr>
          </a:p>
          <a:p>
            <a:pPr marL="12700" marR="7814309">
              <a:lnSpc>
                <a:spcPct val="100000"/>
              </a:lnSpc>
              <a:spcBef>
                <a:spcPts val="5"/>
              </a:spcBef>
            </a:pPr>
            <a:r>
              <a:rPr sz="2800" spc="-10" dirty="0">
                <a:solidFill>
                  <a:srgbClr val="DCDCAA"/>
                </a:solidFill>
                <a:latin typeface="Consolas"/>
                <a:cs typeface="Consolas"/>
              </a:rPr>
              <a:t>\begin</a:t>
            </a:r>
            <a:r>
              <a:rPr sz="2800" spc="-10" dirty="0">
                <a:solidFill>
                  <a:srgbClr val="D3D3D3"/>
                </a:solidFill>
                <a:latin typeface="Consolas"/>
                <a:cs typeface="Consolas"/>
              </a:rPr>
              <a:t>{</a:t>
            </a:r>
            <a:r>
              <a:rPr sz="2800" spc="-10" dirty="0">
                <a:solidFill>
                  <a:srgbClr val="9CDCFD"/>
                </a:solidFill>
                <a:latin typeface="Consolas"/>
                <a:cs typeface="Consolas"/>
              </a:rPr>
              <a:t>equation</a:t>
            </a:r>
            <a:r>
              <a:rPr sz="2800" spc="-10" dirty="0">
                <a:solidFill>
                  <a:srgbClr val="D3D3D3"/>
                </a:solidFill>
                <a:latin typeface="Consolas"/>
                <a:cs typeface="Consolas"/>
              </a:rPr>
              <a:t>} </a:t>
            </a:r>
            <a:r>
              <a:rPr sz="2800" spc="-10" dirty="0">
                <a:solidFill>
                  <a:srgbClr val="4EC8AF"/>
                </a:solidFill>
                <a:latin typeface="Consolas"/>
                <a:cs typeface="Consolas"/>
              </a:rPr>
              <a:t>E=mc^</a:t>
            </a:r>
            <a:r>
              <a:rPr sz="2800" spc="-10" dirty="0">
                <a:solidFill>
                  <a:srgbClr val="B5CEA8"/>
                </a:solidFill>
                <a:latin typeface="Consolas"/>
                <a:cs typeface="Consolas"/>
              </a:rPr>
              <a:t>2</a:t>
            </a:r>
            <a:endParaRPr sz="2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2800" spc="-10" dirty="0">
                <a:solidFill>
                  <a:srgbClr val="DCDCAA"/>
                </a:solidFill>
                <a:latin typeface="Consolas"/>
                <a:cs typeface="Consolas"/>
              </a:rPr>
              <a:t>\end</a:t>
            </a:r>
            <a:r>
              <a:rPr sz="2800" spc="-10" dirty="0">
                <a:solidFill>
                  <a:srgbClr val="D3D3D3"/>
                </a:solidFill>
                <a:latin typeface="Consolas"/>
                <a:cs typeface="Consolas"/>
              </a:rPr>
              <a:t>{</a:t>
            </a:r>
            <a:r>
              <a:rPr sz="2800" spc="-10" dirty="0">
                <a:solidFill>
                  <a:srgbClr val="9CDCFD"/>
                </a:solidFill>
                <a:latin typeface="Consolas"/>
                <a:cs typeface="Consolas"/>
              </a:rPr>
              <a:t>equation</a:t>
            </a:r>
            <a:r>
              <a:rPr sz="2800" spc="-10" dirty="0">
                <a:solidFill>
                  <a:srgbClr val="D3D3D3"/>
                </a:solidFill>
                <a:latin typeface="Consolas"/>
                <a:cs typeface="Consolas"/>
              </a:rPr>
              <a:t>}</a:t>
            </a:r>
            <a:endParaRPr sz="2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2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2800" dirty="0">
                <a:solidFill>
                  <a:srgbClr val="D3D3D3"/>
                </a:solidFill>
                <a:latin typeface="Consolas"/>
                <a:cs typeface="Consolas"/>
              </a:rPr>
              <a:t>discovered</a:t>
            </a:r>
            <a:r>
              <a:rPr sz="2800" spc="-8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D3D3D3"/>
                </a:solidFill>
                <a:latin typeface="Consolas"/>
                <a:cs typeface="Consolas"/>
              </a:rPr>
              <a:t>in</a:t>
            </a:r>
            <a:r>
              <a:rPr sz="2800" spc="-8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D3D3D3"/>
                </a:solidFill>
                <a:latin typeface="Consolas"/>
                <a:cs typeface="Consolas"/>
              </a:rPr>
              <a:t>1905</a:t>
            </a:r>
            <a:r>
              <a:rPr sz="2800" spc="-9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D3D3D3"/>
                </a:solidFill>
                <a:latin typeface="Consolas"/>
                <a:cs typeface="Consolas"/>
              </a:rPr>
              <a:t>by</a:t>
            </a:r>
            <a:r>
              <a:rPr sz="2800" spc="-7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D3D3D3"/>
                </a:solidFill>
                <a:latin typeface="Consolas"/>
                <a:cs typeface="Consolas"/>
              </a:rPr>
              <a:t>Albert</a:t>
            </a:r>
            <a:r>
              <a:rPr sz="2800" spc="-8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2800" spc="-10" dirty="0">
                <a:solidFill>
                  <a:srgbClr val="D3D3D3"/>
                </a:solidFill>
                <a:latin typeface="Consolas"/>
                <a:cs typeface="Consolas"/>
              </a:rPr>
              <a:t>Einstein.</a:t>
            </a:r>
            <a:endParaRPr sz="2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2800">
              <a:latin typeface="Consolas"/>
              <a:cs typeface="Consolas"/>
            </a:endParaRPr>
          </a:p>
          <a:p>
            <a:pPr marL="12700" marR="7814309">
              <a:lnSpc>
                <a:spcPct val="100000"/>
              </a:lnSpc>
            </a:pPr>
            <a:r>
              <a:rPr sz="2800" spc="-10" dirty="0">
                <a:solidFill>
                  <a:srgbClr val="DCDCAA"/>
                </a:solidFill>
                <a:latin typeface="Consolas"/>
                <a:cs typeface="Consolas"/>
              </a:rPr>
              <a:t>\begin</a:t>
            </a:r>
            <a:r>
              <a:rPr sz="2800" spc="-10" dirty="0">
                <a:solidFill>
                  <a:srgbClr val="D3D3D3"/>
                </a:solidFill>
                <a:latin typeface="Consolas"/>
                <a:cs typeface="Consolas"/>
              </a:rPr>
              <a:t>{</a:t>
            </a:r>
            <a:r>
              <a:rPr sz="2800" spc="-10" dirty="0">
                <a:solidFill>
                  <a:srgbClr val="9CDCFD"/>
                </a:solidFill>
                <a:latin typeface="Consolas"/>
                <a:cs typeface="Consolas"/>
              </a:rPr>
              <a:t>equation</a:t>
            </a:r>
            <a:r>
              <a:rPr sz="2800" spc="-10" dirty="0">
                <a:solidFill>
                  <a:srgbClr val="D3D3D3"/>
                </a:solidFill>
                <a:latin typeface="Consolas"/>
                <a:cs typeface="Consolas"/>
              </a:rPr>
              <a:t>} </a:t>
            </a:r>
            <a:r>
              <a:rPr sz="2800" spc="-25" dirty="0">
                <a:solidFill>
                  <a:srgbClr val="4EC8AF"/>
                </a:solidFill>
                <a:latin typeface="Consolas"/>
                <a:cs typeface="Consolas"/>
              </a:rPr>
              <a:t>E=m</a:t>
            </a:r>
            <a:endParaRPr sz="2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2800" spc="-10" dirty="0">
                <a:solidFill>
                  <a:srgbClr val="DCDCAA"/>
                </a:solidFill>
                <a:latin typeface="Consolas"/>
                <a:cs typeface="Consolas"/>
              </a:rPr>
              <a:t>\end</a:t>
            </a:r>
            <a:r>
              <a:rPr sz="2800" spc="-10" dirty="0">
                <a:solidFill>
                  <a:srgbClr val="D3D3D3"/>
                </a:solidFill>
                <a:latin typeface="Consolas"/>
                <a:cs typeface="Consolas"/>
              </a:rPr>
              <a:t>{</a:t>
            </a:r>
            <a:r>
              <a:rPr sz="2800" spc="-10" dirty="0">
                <a:solidFill>
                  <a:srgbClr val="9CDCFD"/>
                </a:solidFill>
                <a:latin typeface="Consolas"/>
                <a:cs typeface="Consolas"/>
              </a:rPr>
              <a:t>equation</a:t>
            </a:r>
            <a:r>
              <a:rPr sz="2800" spc="-10" dirty="0">
                <a:solidFill>
                  <a:srgbClr val="D3D3D3"/>
                </a:solidFill>
                <a:latin typeface="Consolas"/>
                <a:cs typeface="Consolas"/>
              </a:rPr>
              <a:t>}</a:t>
            </a:r>
            <a:endParaRPr sz="2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3278" rIns="0" bIns="0" rtlCol="0">
            <a:spAutoFit/>
          </a:bodyPr>
          <a:lstStyle/>
          <a:p>
            <a:pPr marL="312420">
              <a:lnSpc>
                <a:spcPct val="100000"/>
              </a:lnSpc>
              <a:spcBef>
                <a:spcPts val="100"/>
              </a:spcBef>
            </a:pPr>
            <a:r>
              <a:rPr dirty="0"/>
              <a:t>Display</a:t>
            </a:r>
            <a:r>
              <a:rPr spc="-80" dirty="0"/>
              <a:t> </a:t>
            </a:r>
            <a:r>
              <a:rPr dirty="0"/>
              <a:t>Math</a:t>
            </a:r>
            <a:r>
              <a:rPr spc="-55" dirty="0"/>
              <a:t> </a:t>
            </a:r>
            <a:r>
              <a:rPr dirty="0"/>
              <a:t>Mode</a:t>
            </a:r>
            <a:r>
              <a:rPr spc="-45" dirty="0"/>
              <a:t> </a:t>
            </a:r>
            <a:r>
              <a:rPr dirty="0"/>
              <a:t>(</a:t>
            </a:r>
            <a:r>
              <a:rPr dirty="0">
                <a:solidFill>
                  <a:srgbClr val="FFFF00"/>
                </a:solidFill>
              </a:rPr>
              <a:t>with</a:t>
            </a:r>
            <a:r>
              <a:rPr spc="-35" dirty="0">
                <a:solidFill>
                  <a:srgbClr val="FFFF00"/>
                </a:solidFill>
              </a:rPr>
              <a:t> </a:t>
            </a:r>
            <a:r>
              <a:rPr dirty="0">
                <a:solidFill>
                  <a:srgbClr val="FFFF00"/>
                </a:solidFill>
              </a:rPr>
              <a:t>equation</a:t>
            </a:r>
            <a:r>
              <a:rPr spc="-70" dirty="0">
                <a:solidFill>
                  <a:srgbClr val="FFFF00"/>
                </a:solidFill>
              </a:rPr>
              <a:t> </a:t>
            </a:r>
            <a:r>
              <a:rPr spc="-10" dirty="0">
                <a:solidFill>
                  <a:srgbClr val="FFFF00"/>
                </a:solidFill>
              </a:rPr>
              <a:t>number</a:t>
            </a:r>
            <a:r>
              <a:rPr spc="-10" dirty="0"/>
              <a:t>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0973" y="1885442"/>
            <a:ext cx="10530078" cy="3087116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82675">
              <a:lnSpc>
                <a:spcPct val="100000"/>
              </a:lnSpc>
              <a:spcBef>
                <a:spcPts val="100"/>
              </a:spcBef>
            </a:pPr>
            <a:r>
              <a:rPr dirty="0"/>
              <a:t>Subscript</a:t>
            </a:r>
            <a:r>
              <a:rPr spc="-100" dirty="0"/>
              <a:t> </a:t>
            </a:r>
            <a:r>
              <a:rPr dirty="0"/>
              <a:t>and</a:t>
            </a:r>
            <a:r>
              <a:rPr spc="-45" dirty="0"/>
              <a:t> </a:t>
            </a:r>
            <a:r>
              <a:rPr spc="-10" dirty="0"/>
              <a:t>Superscript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29208" y="1785619"/>
            <a:ext cx="1008824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>
                <a:solidFill>
                  <a:srgbClr val="4EC8AF"/>
                </a:solidFill>
                <a:latin typeface="Consolas"/>
                <a:cs typeface="Consolas"/>
              </a:rPr>
              <a:t>\[</a:t>
            </a:r>
            <a:r>
              <a:rPr sz="4000" spc="-85" dirty="0">
                <a:solidFill>
                  <a:srgbClr val="4EC8AF"/>
                </a:solidFill>
                <a:latin typeface="Consolas"/>
                <a:cs typeface="Consolas"/>
              </a:rPr>
              <a:t> </a:t>
            </a:r>
            <a:r>
              <a:rPr sz="4000" dirty="0">
                <a:solidFill>
                  <a:srgbClr val="559CD5"/>
                </a:solidFill>
                <a:latin typeface="Consolas"/>
                <a:cs typeface="Consolas"/>
              </a:rPr>
              <a:t>\int</a:t>
            </a:r>
            <a:r>
              <a:rPr sz="4000" dirty="0">
                <a:solidFill>
                  <a:srgbClr val="4EC8AF"/>
                </a:solidFill>
                <a:latin typeface="Consolas"/>
                <a:cs typeface="Consolas"/>
              </a:rPr>
              <a:t>\limits_</a:t>
            </a:r>
            <a:r>
              <a:rPr sz="4000" dirty="0">
                <a:solidFill>
                  <a:srgbClr val="B5CEA8"/>
                </a:solidFill>
                <a:latin typeface="Consolas"/>
                <a:cs typeface="Consolas"/>
              </a:rPr>
              <a:t>0</a:t>
            </a:r>
            <a:r>
              <a:rPr sz="4000" dirty="0">
                <a:solidFill>
                  <a:srgbClr val="4EC8AF"/>
                </a:solidFill>
                <a:latin typeface="Consolas"/>
                <a:cs typeface="Consolas"/>
              </a:rPr>
              <a:t>^</a:t>
            </a:r>
            <a:r>
              <a:rPr sz="4000" dirty="0">
                <a:solidFill>
                  <a:srgbClr val="B5CEA8"/>
                </a:solidFill>
                <a:latin typeface="Consolas"/>
                <a:cs typeface="Consolas"/>
              </a:rPr>
              <a:t>1</a:t>
            </a:r>
            <a:r>
              <a:rPr sz="4000" spc="-75" dirty="0">
                <a:solidFill>
                  <a:srgbClr val="B5CEA8"/>
                </a:solidFill>
                <a:latin typeface="Consolas"/>
                <a:cs typeface="Consolas"/>
              </a:rPr>
              <a:t> </a:t>
            </a:r>
            <a:r>
              <a:rPr sz="4000" dirty="0">
                <a:solidFill>
                  <a:srgbClr val="4EC8AF"/>
                </a:solidFill>
                <a:latin typeface="Consolas"/>
                <a:cs typeface="Consolas"/>
              </a:rPr>
              <a:t>x^</a:t>
            </a:r>
            <a:r>
              <a:rPr sz="4000" dirty="0">
                <a:solidFill>
                  <a:srgbClr val="B5CEA8"/>
                </a:solidFill>
                <a:latin typeface="Consolas"/>
                <a:cs typeface="Consolas"/>
              </a:rPr>
              <a:t>2</a:t>
            </a:r>
            <a:r>
              <a:rPr sz="4000" spc="-85" dirty="0">
                <a:solidFill>
                  <a:srgbClr val="B5CEA8"/>
                </a:solidFill>
                <a:latin typeface="Consolas"/>
                <a:cs typeface="Consolas"/>
              </a:rPr>
              <a:t> </a:t>
            </a:r>
            <a:r>
              <a:rPr sz="4000" dirty="0">
                <a:solidFill>
                  <a:srgbClr val="4EC8AF"/>
                </a:solidFill>
                <a:latin typeface="Consolas"/>
                <a:cs typeface="Consolas"/>
              </a:rPr>
              <a:t>+</a:t>
            </a:r>
            <a:r>
              <a:rPr sz="4000" spc="-65" dirty="0">
                <a:solidFill>
                  <a:srgbClr val="4EC8AF"/>
                </a:solidFill>
                <a:latin typeface="Consolas"/>
                <a:cs typeface="Consolas"/>
              </a:rPr>
              <a:t> </a:t>
            </a:r>
            <a:r>
              <a:rPr sz="4000" dirty="0">
                <a:solidFill>
                  <a:srgbClr val="4EC8AF"/>
                </a:solidFill>
                <a:latin typeface="Consolas"/>
                <a:cs typeface="Consolas"/>
              </a:rPr>
              <a:t>y^</a:t>
            </a:r>
            <a:r>
              <a:rPr sz="4000" dirty="0">
                <a:solidFill>
                  <a:srgbClr val="B5CEA8"/>
                </a:solidFill>
                <a:latin typeface="Consolas"/>
                <a:cs typeface="Consolas"/>
              </a:rPr>
              <a:t>2</a:t>
            </a:r>
            <a:r>
              <a:rPr sz="4000" spc="-75" dirty="0">
                <a:solidFill>
                  <a:srgbClr val="B5CEA8"/>
                </a:solidFill>
                <a:latin typeface="Consolas"/>
                <a:cs typeface="Consolas"/>
              </a:rPr>
              <a:t> </a:t>
            </a:r>
            <a:r>
              <a:rPr sz="4000" dirty="0">
                <a:solidFill>
                  <a:srgbClr val="D6B97C"/>
                </a:solidFill>
                <a:latin typeface="Consolas"/>
                <a:cs typeface="Consolas"/>
              </a:rPr>
              <a:t>\</a:t>
            </a:r>
            <a:r>
              <a:rPr sz="4000" spc="-75" dirty="0">
                <a:solidFill>
                  <a:srgbClr val="D6B97C"/>
                </a:solidFill>
                <a:latin typeface="Consolas"/>
                <a:cs typeface="Consolas"/>
              </a:rPr>
              <a:t> </a:t>
            </a:r>
            <a:r>
              <a:rPr sz="4000" dirty="0">
                <a:solidFill>
                  <a:srgbClr val="4EC8AF"/>
                </a:solidFill>
                <a:latin typeface="Consolas"/>
                <a:cs typeface="Consolas"/>
              </a:rPr>
              <a:t>dx</a:t>
            </a:r>
            <a:r>
              <a:rPr sz="4000" spc="-75" dirty="0">
                <a:solidFill>
                  <a:srgbClr val="4EC8AF"/>
                </a:solidFill>
                <a:latin typeface="Consolas"/>
                <a:cs typeface="Consolas"/>
              </a:rPr>
              <a:t> </a:t>
            </a:r>
            <a:r>
              <a:rPr sz="4000" spc="-25" dirty="0">
                <a:solidFill>
                  <a:srgbClr val="4EC8AF"/>
                </a:solidFill>
                <a:latin typeface="Consolas"/>
                <a:cs typeface="Consolas"/>
              </a:rPr>
              <a:t>\]</a:t>
            </a:r>
            <a:endParaRPr sz="4000">
              <a:latin typeface="Consolas"/>
              <a:cs typeface="Consola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93590" y="3335604"/>
            <a:ext cx="3744087" cy="2370709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3278" rIns="0" bIns="0" rtlCol="0">
            <a:spAutoFit/>
          </a:bodyPr>
          <a:lstStyle/>
          <a:p>
            <a:pPr marL="37338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Operators</a:t>
            </a:r>
            <a:r>
              <a:rPr spc="-130" dirty="0"/>
              <a:t> </a:t>
            </a:r>
            <a:r>
              <a:rPr dirty="0"/>
              <a:t>using</a:t>
            </a:r>
            <a:r>
              <a:rPr spc="-90" dirty="0"/>
              <a:t> </a:t>
            </a:r>
            <a:r>
              <a:rPr dirty="0"/>
              <a:t>subscripts</a:t>
            </a:r>
            <a:r>
              <a:rPr spc="-120" dirty="0"/>
              <a:t> </a:t>
            </a:r>
            <a:r>
              <a:rPr dirty="0"/>
              <a:t>and</a:t>
            </a:r>
            <a:r>
              <a:rPr spc="-100" dirty="0"/>
              <a:t> </a:t>
            </a:r>
            <a:r>
              <a:rPr spc="-10" dirty="0"/>
              <a:t>superscripts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29208" y="1176019"/>
            <a:ext cx="10088245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>
                <a:solidFill>
                  <a:srgbClr val="4EC8AF"/>
                </a:solidFill>
                <a:latin typeface="Consolas"/>
                <a:cs typeface="Consolas"/>
              </a:rPr>
              <a:t>\[</a:t>
            </a:r>
            <a:r>
              <a:rPr sz="4000" spc="-215" dirty="0">
                <a:solidFill>
                  <a:srgbClr val="4EC8AF"/>
                </a:solidFill>
                <a:latin typeface="Consolas"/>
                <a:cs typeface="Consolas"/>
              </a:rPr>
              <a:t> </a:t>
            </a:r>
            <a:r>
              <a:rPr sz="4000" dirty="0">
                <a:solidFill>
                  <a:srgbClr val="559CD5"/>
                </a:solidFill>
                <a:latin typeface="Consolas"/>
                <a:cs typeface="Consolas"/>
              </a:rPr>
              <a:t>\sum</a:t>
            </a:r>
            <a:r>
              <a:rPr sz="4000" dirty="0">
                <a:solidFill>
                  <a:srgbClr val="4EC8AF"/>
                </a:solidFill>
                <a:latin typeface="Consolas"/>
                <a:cs typeface="Consolas"/>
              </a:rPr>
              <a:t>_{i=</a:t>
            </a:r>
            <a:r>
              <a:rPr sz="4000" dirty="0">
                <a:solidFill>
                  <a:srgbClr val="B5CEA8"/>
                </a:solidFill>
                <a:latin typeface="Consolas"/>
                <a:cs typeface="Consolas"/>
              </a:rPr>
              <a:t>1</a:t>
            </a:r>
            <a:r>
              <a:rPr sz="4000" dirty="0">
                <a:solidFill>
                  <a:srgbClr val="4EC8AF"/>
                </a:solidFill>
                <a:latin typeface="Consolas"/>
                <a:cs typeface="Consolas"/>
              </a:rPr>
              <a:t>}^{</a:t>
            </a:r>
            <a:r>
              <a:rPr sz="4000" dirty="0">
                <a:solidFill>
                  <a:srgbClr val="559CD5"/>
                </a:solidFill>
                <a:latin typeface="Consolas"/>
                <a:cs typeface="Consolas"/>
              </a:rPr>
              <a:t>\infty</a:t>
            </a:r>
            <a:r>
              <a:rPr sz="4000" dirty="0">
                <a:solidFill>
                  <a:srgbClr val="4EC8AF"/>
                </a:solidFill>
                <a:latin typeface="Consolas"/>
                <a:cs typeface="Consolas"/>
              </a:rPr>
              <a:t>}</a:t>
            </a:r>
            <a:r>
              <a:rPr sz="4000" spc="-215" dirty="0">
                <a:solidFill>
                  <a:srgbClr val="4EC8AF"/>
                </a:solidFill>
                <a:latin typeface="Consolas"/>
                <a:cs typeface="Consolas"/>
              </a:rPr>
              <a:t> </a:t>
            </a:r>
            <a:r>
              <a:rPr sz="4000" spc="-10" dirty="0">
                <a:solidFill>
                  <a:srgbClr val="4EC8AF"/>
                </a:solidFill>
                <a:latin typeface="Consolas"/>
                <a:cs typeface="Consolas"/>
              </a:rPr>
              <a:t>\frac{</a:t>
            </a:r>
            <a:r>
              <a:rPr sz="4000" spc="-10" dirty="0">
                <a:solidFill>
                  <a:srgbClr val="B5CEA8"/>
                </a:solidFill>
                <a:latin typeface="Consolas"/>
                <a:cs typeface="Consolas"/>
              </a:rPr>
              <a:t>1</a:t>
            </a:r>
            <a:r>
              <a:rPr sz="4000" spc="-10" dirty="0">
                <a:solidFill>
                  <a:srgbClr val="4EC8AF"/>
                </a:solidFill>
                <a:latin typeface="Consolas"/>
                <a:cs typeface="Consolas"/>
              </a:rPr>
              <a:t>}{n^s}</a:t>
            </a:r>
            <a:endParaRPr sz="4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4000" dirty="0">
                <a:solidFill>
                  <a:srgbClr val="4EC8AF"/>
                </a:solidFill>
                <a:latin typeface="Consolas"/>
                <a:cs typeface="Consolas"/>
              </a:rPr>
              <a:t>=</a:t>
            </a:r>
            <a:r>
              <a:rPr sz="4000" spc="-95" dirty="0">
                <a:solidFill>
                  <a:srgbClr val="4EC8AF"/>
                </a:solidFill>
                <a:latin typeface="Consolas"/>
                <a:cs typeface="Consolas"/>
              </a:rPr>
              <a:t> </a:t>
            </a:r>
            <a:r>
              <a:rPr sz="4000" dirty="0">
                <a:solidFill>
                  <a:srgbClr val="559CD5"/>
                </a:solidFill>
                <a:latin typeface="Consolas"/>
                <a:cs typeface="Consolas"/>
              </a:rPr>
              <a:t>\prod</a:t>
            </a:r>
            <a:r>
              <a:rPr sz="4000" dirty="0">
                <a:solidFill>
                  <a:srgbClr val="4EC8AF"/>
                </a:solidFill>
                <a:latin typeface="Consolas"/>
                <a:cs typeface="Consolas"/>
              </a:rPr>
              <a:t>_p</a:t>
            </a:r>
            <a:r>
              <a:rPr sz="4000" spc="-75" dirty="0">
                <a:solidFill>
                  <a:srgbClr val="4EC8AF"/>
                </a:solidFill>
                <a:latin typeface="Consolas"/>
                <a:cs typeface="Consolas"/>
              </a:rPr>
              <a:t> </a:t>
            </a:r>
            <a:r>
              <a:rPr sz="4000" dirty="0">
                <a:solidFill>
                  <a:srgbClr val="4EC8AF"/>
                </a:solidFill>
                <a:latin typeface="Consolas"/>
                <a:cs typeface="Consolas"/>
              </a:rPr>
              <a:t>\frac{</a:t>
            </a:r>
            <a:r>
              <a:rPr sz="4000" dirty="0">
                <a:solidFill>
                  <a:srgbClr val="B5CEA8"/>
                </a:solidFill>
                <a:latin typeface="Consolas"/>
                <a:cs typeface="Consolas"/>
              </a:rPr>
              <a:t>1</a:t>
            </a:r>
            <a:r>
              <a:rPr sz="4000" dirty="0">
                <a:solidFill>
                  <a:srgbClr val="4EC8AF"/>
                </a:solidFill>
                <a:latin typeface="Consolas"/>
                <a:cs typeface="Consolas"/>
              </a:rPr>
              <a:t>}{</a:t>
            </a:r>
            <a:r>
              <a:rPr sz="4000" dirty="0">
                <a:solidFill>
                  <a:srgbClr val="B5CEA8"/>
                </a:solidFill>
                <a:latin typeface="Consolas"/>
                <a:cs typeface="Consolas"/>
              </a:rPr>
              <a:t>1</a:t>
            </a:r>
            <a:r>
              <a:rPr sz="4000" spc="-80" dirty="0">
                <a:solidFill>
                  <a:srgbClr val="B5CEA8"/>
                </a:solidFill>
                <a:latin typeface="Consolas"/>
                <a:cs typeface="Consolas"/>
              </a:rPr>
              <a:t> </a:t>
            </a:r>
            <a:r>
              <a:rPr sz="4000" dirty="0">
                <a:solidFill>
                  <a:srgbClr val="4EC8AF"/>
                </a:solidFill>
                <a:latin typeface="Consolas"/>
                <a:cs typeface="Consolas"/>
              </a:rPr>
              <a:t>-</a:t>
            </a:r>
            <a:r>
              <a:rPr sz="4000" spc="-95" dirty="0">
                <a:solidFill>
                  <a:srgbClr val="4EC8AF"/>
                </a:solidFill>
                <a:latin typeface="Consolas"/>
                <a:cs typeface="Consolas"/>
              </a:rPr>
              <a:t> </a:t>
            </a:r>
            <a:r>
              <a:rPr sz="4000" spc="-25" dirty="0">
                <a:solidFill>
                  <a:srgbClr val="4EC8AF"/>
                </a:solidFill>
                <a:latin typeface="Consolas"/>
                <a:cs typeface="Consolas"/>
              </a:rPr>
              <a:t>p^{-</a:t>
            </a:r>
            <a:r>
              <a:rPr sz="4000" dirty="0">
                <a:solidFill>
                  <a:srgbClr val="4EC8AF"/>
                </a:solidFill>
                <a:latin typeface="Consolas"/>
                <a:cs typeface="Consolas"/>
              </a:rPr>
              <a:t>s}}</a:t>
            </a:r>
            <a:r>
              <a:rPr sz="4000" spc="-75" dirty="0">
                <a:solidFill>
                  <a:srgbClr val="4EC8AF"/>
                </a:solidFill>
                <a:latin typeface="Consolas"/>
                <a:cs typeface="Consolas"/>
              </a:rPr>
              <a:t> </a:t>
            </a:r>
            <a:r>
              <a:rPr sz="4000" spc="-25" dirty="0">
                <a:solidFill>
                  <a:srgbClr val="4EC8AF"/>
                </a:solidFill>
                <a:latin typeface="Consolas"/>
                <a:cs typeface="Consolas"/>
              </a:rPr>
              <a:t>\]</a:t>
            </a:r>
            <a:endParaRPr sz="4000">
              <a:latin typeface="Consolas"/>
              <a:cs typeface="Consola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33394" y="3860774"/>
            <a:ext cx="5125084" cy="1998852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3278" rIns="0" bIns="0" rtlCol="0">
            <a:spAutoFit/>
          </a:bodyPr>
          <a:lstStyle/>
          <a:p>
            <a:pPr marL="203327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Brackets</a:t>
            </a:r>
            <a:r>
              <a:rPr spc="-75" dirty="0"/>
              <a:t> </a:t>
            </a:r>
            <a:r>
              <a:rPr dirty="0"/>
              <a:t>and</a:t>
            </a:r>
            <a:r>
              <a:rPr spc="-85" dirty="0"/>
              <a:t> </a:t>
            </a:r>
            <a:r>
              <a:rPr spc="-10" dirty="0"/>
              <a:t>Parentheses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26362" y="1076032"/>
            <a:ext cx="9739249" cy="5100828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3278" rIns="0" bIns="0" rtlCol="0">
            <a:spAutoFit/>
          </a:bodyPr>
          <a:lstStyle/>
          <a:p>
            <a:pPr marL="203327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Brackets</a:t>
            </a:r>
            <a:r>
              <a:rPr spc="-75" dirty="0"/>
              <a:t> </a:t>
            </a:r>
            <a:r>
              <a:rPr dirty="0"/>
              <a:t>and</a:t>
            </a:r>
            <a:r>
              <a:rPr spc="-85" dirty="0"/>
              <a:t> </a:t>
            </a:r>
            <a:r>
              <a:rPr spc="-10" dirty="0"/>
              <a:t>Parentheses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8142" rIns="0" bIns="0" rtlCol="0">
            <a:spAutoFit/>
          </a:bodyPr>
          <a:lstStyle/>
          <a:p>
            <a:pPr marL="288290">
              <a:lnSpc>
                <a:spcPct val="100000"/>
              </a:lnSpc>
              <a:spcBef>
                <a:spcPts val="95"/>
              </a:spcBef>
            </a:pPr>
            <a:r>
              <a:rPr sz="4000" spc="-25" dirty="0"/>
              <a:t>\[</a:t>
            </a:r>
            <a:endParaRPr sz="4000"/>
          </a:p>
          <a:p>
            <a:pPr marL="288290">
              <a:lnSpc>
                <a:spcPct val="100000"/>
              </a:lnSpc>
            </a:pPr>
            <a:r>
              <a:rPr sz="4000" dirty="0"/>
              <a:t>F</a:t>
            </a:r>
            <a:r>
              <a:rPr sz="4000" spc="-95" dirty="0"/>
              <a:t> </a:t>
            </a:r>
            <a:r>
              <a:rPr sz="4000" dirty="0"/>
              <a:t>=</a:t>
            </a:r>
            <a:r>
              <a:rPr sz="4000" spc="-90" dirty="0"/>
              <a:t> </a:t>
            </a:r>
            <a:r>
              <a:rPr sz="4000" dirty="0"/>
              <a:t>G</a:t>
            </a:r>
            <a:r>
              <a:rPr sz="4000" spc="-75" dirty="0"/>
              <a:t> </a:t>
            </a:r>
            <a:r>
              <a:rPr sz="4000" dirty="0"/>
              <a:t>\left(</a:t>
            </a:r>
            <a:r>
              <a:rPr sz="4000" spc="-90" dirty="0"/>
              <a:t> </a:t>
            </a:r>
            <a:r>
              <a:rPr sz="4000" dirty="0"/>
              <a:t>\frac{m_</a:t>
            </a:r>
            <a:r>
              <a:rPr sz="4000" dirty="0">
                <a:solidFill>
                  <a:srgbClr val="B5CEA8"/>
                </a:solidFill>
              </a:rPr>
              <a:t>1</a:t>
            </a:r>
            <a:r>
              <a:rPr sz="4000" spc="-95" dirty="0">
                <a:solidFill>
                  <a:srgbClr val="B5CEA8"/>
                </a:solidFill>
              </a:rPr>
              <a:t> </a:t>
            </a:r>
            <a:r>
              <a:rPr sz="4000" dirty="0"/>
              <a:t>m_</a:t>
            </a:r>
            <a:r>
              <a:rPr sz="4000" dirty="0">
                <a:solidFill>
                  <a:srgbClr val="B5CEA8"/>
                </a:solidFill>
              </a:rPr>
              <a:t>2</a:t>
            </a:r>
            <a:r>
              <a:rPr sz="4000" dirty="0"/>
              <a:t>}{r^</a:t>
            </a:r>
            <a:r>
              <a:rPr sz="4000" dirty="0">
                <a:solidFill>
                  <a:srgbClr val="B5CEA8"/>
                </a:solidFill>
              </a:rPr>
              <a:t>2</a:t>
            </a:r>
            <a:r>
              <a:rPr sz="4000" dirty="0"/>
              <a:t>}</a:t>
            </a:r>
            <a:r>
              <a:rPr sz="4000" spc="-90" dirty="0"/>
              <a:t> </a:t>
            </a:r>
            <a:r>
              <a:rPr sz="4000" spc="-10" dirty="0"/>
              <a:t>\right)</a:t>
            </a:r>
            <a:endParaRPr sz="4000"/>
          </a:p>
          <a:p>
            <a:pPr marL="288290">
              <a:lnSpc>
                <a:spcPct val="100000"/>
              </a:lnSpc>
            </a:pPr>
            <a:r>
              <a:rPr sz="4000" spc="-25" dirty="0"/>
              <a:t>\]</a:t>
            </a:r>
            <a:endParaRPr sz="400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69435" y="3679316"/>
            <a:ext cx="4453000" cy="1807083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3278" rIns="0" bIns="0" rtlCol="0">
            <a:spAutoFit/>
          </a:bodyPr>
          <a:lstStyle/>
          <a:p>
            <a:pPr marL="497205">
              <a:lnSpc>
                <a:spcPct val="100000"/>
              </a:lnSpc>
              <a:spcBef>
                <a:spcPts val="100"/>
              </a:spcBef>
            </a:pPr>
            <a:r>
              <a:rPr dirty="0"/>
              <a:t>Aligning</a:t>
            </a:r>
            <a:r>
              <a:rPr spc="-110" dirty="0"/>
              <a:t> </a:t>
            </a:r>
            <a:r>
              <a:rPr dirty="0"/>
              <a:t>Equations</a:t>
            </a:r>
            <a:r>
              <a:rPr spc="-105" dirty="0"/>
              <a:t> </a:t>
            </a:r>
            <a:r>
              <a:rPr dirty="0"/>
              <a:t>with</a:t>
            </a:r>
            <a:r>
              <a:rPr spc="-65" dirty="0"/>
              <a:t> </a:t>
            </a:r>
            <a:r>
              <a:rPr dirty="0">
                <a:solidFill>
                  <a:srgbClr val="FFFF00"/>
                </a:solidFill>
              </a:rPr>
              <a:t>amsmath</a:t>
            </a:r>
            <a:r>
              <a:rPr spc="-95" dirty="0">
                <a:solidFill>
                  <a:srgbClr val="FFFF00"/>
                </a:solidFill>
              </a:rPr>
              <a:t> </a:t>
            </a:r>
            <a:r>
              <a:rPr spc="-10" dirty="0"/>
              <a:t>package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610158" y="1297999"/>
          <a:ext cx="10804524" cy="18694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77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807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29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4597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47040">
                <a:tc>
                  <a:txBody>
                    <a:bodyPr/>
                    <a:lstStyle/>
                    <a:p>
                      <a:pPr marL="31750">
                        <a:lnSpc>
                          <a:spcPts val="3020"/>
                        </a:lnSpc>
                      </a:pPr>
                      <a:r>
                        <a:rPr sz="3200" spc="-10" dirty="0">
                          <a:solidFill>
                            <a:srgbClr val="DCDCAA"/>
                          </a:solidFill>
                          <a:latin typeface="Consolas"/>
                          <a:cs typeface="Consolas"/>
                        </a:rPr>
                        <a:t>\begin</a:t>
                      </a:r>
                      <a:r>
                        <a:rPr sz="3200" spc="-10" dirty="0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{</a:t>
                      </a:r>
                      <a:r>
                        <a:rPr sz="3200" spc="-10" dirty="0">
                          <a:solidFill>
                            <a:srgbClr val="9CDCFD"/>
                          </a:solidFill>
                          <a:latin typeface="Consolas"/>
                          <a:cs typeface="Consolas"/>
                        </a:rPr>
                        <a:t>align*</a:t>
                      </a:r>
                      <a:r>
                        <a:rPr sz="3200" spc="-10" dirty="0">
                          <a:solidFill>
                            <a:srgbClr val="D3D3D3"/>
                          </a:solidFill>
                          <a:latin typeface="Consolas"/>
                          <a:cs typeface="Consolas"/>
                        </a:rPr>
                        <a:t>}</a:t>
                      </a:r>
                      <a:endParaRPr sz="32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marL="31750">
                        <a:lnSpc>
                          <a:spcPts val="3340"/>
                        </a:lnSpc>
                      </a:pPr>
                      <a:r>
                        <a:rPr sz="3200" spc="-20" dirty="0">
                          <a:solidFill>
                            <a:srgbClr val="4EC8AF"/>
                          </a:solidFill>
                          <a:latin typeface="Consolas"/>
                          <a:cs typeface="Consolas"/>
                        </a:rPr>
                        <a:t>x</a:t>
                      </a:r>
                      <a:r>
                        <a:rPr sz="3200" spc="-20" dirty="0">
                          <a:solidFill>
                            <a:srgbClr val="C585C0"/>
                          </a:solidFill>
                          <a:latin typeface="Consolas"/>
                          <a:cs typeface="Consolas"/>
                        </a:rPr>
                        <a:t>&amp;</a:t>
                      </a:r>
                      <a:r>
                        <a:rPr sz="3200" spc="-20" dirty="0">
                          <a:solidFill>
                            <a:srgbClr val="4EC8AF"/>
                          </a:solidFill>
                          <a:latin typeface="Consolas"/>
                          <a:cs typeface="Consolas"/>
                        </a:rPr>
                        <a:t>=y</a:t>
                      </a:r>
                      <a:endParaRPr sz="32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11760">
                        <a:lnSpc>
                          <a:spcPts val="3340"/>
                        </a:lnSpc>
                      </a:pPr>
                      <a:r>
                        <a:rPr sz="3200" spc="-50" dirty="0">
                          <a:solidFill>
                            <a:srgbClr val="C585C0"/>
                          </a:solidFill>
                          <a:latin typeface="Consolas"/>
                          <a:cs typeface="Consolas"/>
                        </a:rPr>
                        <a:t>&amp;</a:t>
                      </a:r>
                      <a:endParaRPr sz="32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22885">
                        <a:lnSpc>
                          <a:spcPts val="3340"/>
                        </a:lnSpc>
                      </a:pPr>
                      <a:r>
                        <a:rPr sz="3200" spc="-50" dirty="0">
                          <a:solidFill>
                            <a:srgbClr val="4EC8AF"/>
                          </a:solidFill>
                          <a:latin typeface="Consolas"/>
                          <a:cs typeface="Consolas"/>
                        </a:rPr>
                        <a:t>w</a:t>
                      </a:r>
                      <a:endParaRPr sz="32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11760">
                        <a:lnSpc>
                          <a:spcPts val="3340"/>
                        </a:lnSpc>
                      </a:pPr>
                      <a:r>
                        <a:rPr sz="3200" spc="-25" dirty="0">
                          <a:solidFill>
                            <a:srgbClr val="C585C0"/>
                          </a:solidFill>
                          <a:latin typeface="Consolas"/>
                          <a:cs typeface="Consolas"/>
                        </a:rPr>
                        <a:t>&amp;</a:t>
                      </a:r>
                      <a:r>
                        <a:rPr sz="3200" spc="-25" dirty="0">
                          <a:solidFill>
                            <a:srgbClr val="4EC8AF"/>
                          </a:solidFill>
                          <a:latin typeface="Consolas"/>
                          <a:cs typeface="Consolas"/>
                        </a:rPr>
                        <a:t>=z</a:t>
                      </a:r>
                      <a:endParaRPr sz="32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16535" algn="r">
                        <a:lnSpc>
                          <a:spcPts val="3340"/>
                        </a:lnSpc>
                      </a:pPr>
                      <a:r>
                        <a:rPr sz="3200" spc="-50" dirty="0">
                          <a:solidFill>
                            <a:srgbClr val="C585C0"/>
                          </a:solidFill>
                          <a:latin typeface="Consolas"/>
                          <a:cs typeface="Consolas"/>
                        </a:rPr>
                        <a:t>&amp;</a:t>
                      </a:r>
                      <a:endParaRPr sz="32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23520">
                        <a:lnSpc>
                          <a:spcPts val="3340"/>
                        </a:lnSpc>
                      </a:pPr>
                      <a:r>
                        <a:rPr sz="3200" spc="-10" dirty="0">
                          <a:solidFill>
                            <a:srgbClr val="4EC8AF"/>
                          </a:solidFill>
                          <a:latin typeface="Consolas"/>
                          <a:cs typeface="Consolas"/>
                        </a:rPr>
                        <a:t>a</a:t>
                      </a:r>
                      <a:r>
                        <a:rPr sz="3200" spc="-10" dirty="0">
                          <a:solidFill>
                            <a:srgbClr val="C585C0"/>
                          </a:solidFill>
                          <a:latin typeface="Consolas"/>
                          <a:cs typeface="Consolas"/>
                        </a:rPr>
                        <a:t>&amp;</a:t>
                      </a:r>
                      <a:r>
                        <a:rPr sz="3200" spc="-10" dirty="0">
                          <a:solidFill>
                            <a:srgbClr val="4EC8AF"/>
                          </a:solidFill>
                          <a:latin typeface="Consolas"/>
                          <a:cs typeface="Consolas"/>
                        </a:rPr>
                        <a:t>=b+c</a:t>
                      </a:r>
                      <a:r>
                        <a:rPr sz="3200" spc="-10" dirty="0">
                          <a:solidFill>
                            <a:srgbClr val="C585C0"/>
                          </a:solidFill>
                          <a:latin typeface="Consolas"/>
                          <a:cs typeface="Consolas"/>
                        </a:rPr>
                        <a:t>\\</a:t>
                      </a:r>
                      <a:endParaRPr sz="32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pPr marL="31750">
                        <a:lnSpc>
                          <a:spcPts val="3660"/>
                        </a:lnSpc>
                      </a:pPr>
                      <a:r>
                        <a:rPr sz="3200" dirty="0">
                          <a:solidFill>
                            <a:srgbClr val="B5CEA8"/>
                          </a:solidFill>
                          <a:latin typeface="Consolas"/>
                          <a:cs typeface="Consolas"/>
                        </a:rPr>
                        <a:t>2</a:t>
                      </a:r>
                      <a:r>
                        <a:rPr sz="3200" dirty="0">
                          <a:solidFill>
                            <a:srgbClr val="4EC8AF"/>
                          </a:solidFill>
                          <a:latin typeface="Consolas"/>
                          <a:cs typeface="Consolas"/>
                        </a:rPr>
                        <a:t>x</a:t>
                      </a:r>
                      <a:r>
                        <a:rPr sz="3200" dirty="0">
                          <a:solidFill>
                            <a:srgbClr val="C585C0"/>
                          </a:solidFill>
                          <a:latin typeface="Consolas"/>
                          <a:cs typeface="Consolas"/>
                        </a:rPr>
                        <a:t>&amp;</a:t>
                      </a:r>
                      <a:r>
                        <a:rPr sz="3200" dirty="0">
                          <a:solidFill>
                            <a:srgbClr val="4EC8AF"/>
                          </a:solidFill>
                          <a:latin typeface="Consolas"/>
                          <a:cs typeface="Consolas"/>
                        </a:rPr>
                        <a:t>=-</a:t>
                      </a:r>
                      <a:r>
                        <a:rPr sz="3200" spc="-50" dirty="0">
                          <a:solidFill>
                            <a:srgbClr val="4EC8AF"/>
                          </a:solidFill>
                          <a:latin typeface="Consolas"/>
                          <a:cs typeface="Consolas"/>
                        </a:rPr>
                        <a:t>y</a:t>
                      </a:r>
                      <a:endParaRPr sz="32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11760">
                        <a:lnSpc>
                          <a:spcPts val="3660"/>
                        </a:lnSpc>
                      </a:pPr>
                      <a:r>
                        <a:rPr sz="3200" spc="-50" dirty="0">
                          <a:solidFill>
                            <a:srgbClr val="C585C0"/>
                          </a:solidFill>
                          <a:latin typeface="Consolas"/>
                          <a:cs typeface="Consolas"/>
                        </a:rPr>
                        <a:t>&amp;</a:t>
                      </a:r>
                      <a:endParaRPr sz="32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222885">
                        <a:lnSpc>
                          <a:spcPts val="3660"/>
                        </a:lnSpc>
                      </a:pPr>
                      <a:r>
                        <a:rPr sz="3200" spc="-10" dirty="0">
                          <a:solidFill>
                            <a:srgbClr val="B5CEA8"/>
                          </a:solidFill>
                          <a:latin typeface="Consolas"/>
                          <a:cs typeface="Consolas"/>
                        </a:rPr>
                        <a:t>3</a:t>
                      </a:r>
                      <a:r>
                        <a:rPr sz="3200" spc="-10" dirty="0">
                          <a:solidFill>
                            <a:srgbClr val="4EC8AF"/>
                          </a:solidFill>
                          <a:latin typeface="Consolas"/>
                          <a:cs typeface="Consolas"/>
                        </a:rPr>
                        <a:t>w</a:t>
                      </a:r>
                      <a:r>
                        <a:rPr sz="3200" spc="-10" dirty="0">
                          <a:solidFill>
                            <a:srgbClr val="C585C0"/>
                          </a:solidFill>
                          <a:latin typeface="Consolas"/>
                          <a:cs typeface="Consolas"/>
                        </a:rPr>
                        <a:t>&amp;</a:t>
                      </a:r>
                      <a:r>
                        <a:rPr sz="3200" spc="-10" dirty="0">
                          <a:solidFill>
                            <a:srgbClr val="4EC8AF"/>
                          </a:solidFill>
                          <a:latin typeface="Consolas"/>
                          <a:cs typeface="Consolas"/>
                        </a:rPr>
                        <a:t>=\frac{</a:t>
                      </a:r>
                      <a:r>
                        <a:rPr sz="3200" spc="-10" dirty="0">
                          <a:solidFill>
                            <a:srgbClr val="B5CEA8"/>
                          </a:solidFill>
                          <a:latin typeface="Consolas"/>
                          <a:cs typeface="Consolas"/>
                        </a:rPr>
                        <a:t>1</a:t>
                      </a:r>
                      <a:r>
                        <a:rPr sz="3200" spc="-10" dirty="0">
                          <a:solidFill>
                            <a:srgbClr val="4EC8AF"/>
                          </a:solidFill>
                          <a:latin typeface="Consolas"/>
                          <a:cs typeface="Consolas"/>
                        </a:rPr>
                        <a:t>}{</a:t>
                      </a:r>
                      <a:r>
                        <a:rPr sz="3200" spc="-10" dirty="0">
                          <a:solidFill>
                            <a:srgbClr val="B5CEA8"/>
                          </a:solidFill>
                          <a:latin typeface="Consolas"/>
                          <a:cs typeface="Consolas"/>
                        </a:rPr>
                        <a:t>2</a:t>
                      </a:r>
                      <a:r>
                        <a:rPr sz="3200" spc="-10" dirty="0">
                          <a:solidFill>
                            <a:srgbClr val="4EC8AF"/>
                          </a:solidFill>
                          <a:latin typeface="Consolas"/>
                          <a:cs typeface="Consolas"/>
                        </a:rPr>
                        <a:t>}z</a:t>
                      </a:r>
                      <a:endParaRPr sz="32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15900" algn="r">
                        <a:lnSpc>
                          <a:spcPts val="3660"/>
                        </a:lnSpc>
                      </a:pPr>
                      <a:r>
                        <a:rPr sz="3200" spc="-50" dirty="0">
                          <a:solidFill>
                            <a:srgbClr val="C585C0"/>
                          </a:solidFill>
                          <a:latin typeface="Consolas"/>
                          <a:cs typeface="Consolas"/>
                        </a:rPr>
                        <a:t>&amp;</a:t>
                      </a:r>
                      <a:endParaRPr sz="32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23520">
                        <a:lnSpc>
                          <a:spcPts val="3660"/>
                        </a:lnSpc>
                      </a:pPr>
                      <a:r>
                        <a:rPr sz="3200" spc="-10" dirty="0">
                          <a:solidFill>
                            <a:srgbClr val="4EC8AF"/>
                          </a:solidFill>
                          <a:latin typeface="Consolas"/>
                          <a:cs typeface="Consolas"/>
                        </a:rPr>
                        <a:t>a</a:t>
                      </a:r>
                      <a:r>
                        <a:rPr sz="3200" spc="-10" dirty="0">
                          <a:solidFill>
                            <a:srgbClr val="C585C0"/>
                          </a:solidFill>
                          <a:latin typeface="Consolas"/>
                          <a:cs typeface="Consolas"/>
                        </a:rPr>
                        <a:t>&amp;</a:t>
                      </a:r>
                      <a:r>
                        <a:rPr sz="3200" spc="-10" dirty="0">
                          <a:solidFill>
                            <a:srgbClr val="4EC8AF"/>
                          </a:solidFill>
                          <a:latin typeface="Consolas"/>
                          <a:cs typeface="Consolas"/>
                        </a:rPr>
                        <a:t>=b</a:t>
                      </a:r>
                      <a:r>
                        <a:rPr sz="3200" spc="-10" dirty="0">
                          <a:solidFill>
                            <a:srgbClr val="C585C0"/>
                          </a:solidFill>
                          <a:latin typeface="Consolas"/>
                          <a:cs typeface="Consolas"/>
                        </a:rPr>
                        <a:t>\\</a:t>
                      </a:r>
                      <a:endParaRPr sz="32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marL="31750">
                        <a:lnSpc>
                          <a:spcPts val="3335"/>
                        </a:lnSpc>
                      </a:pPr>
                      <a:r>
                        <a:rPr sz="3200" spc="-25" dirty="0">
                          <a:solidFill>
                            <a:srgbClr val="4EC8AF"/>
                          </a:solidFill>
                          <a:latin typeface="Consolas"/>
                          <a:cs typeface="Consolas"/>
                        </a:rPr>
                        <a:t>-</a:t>
                      </a:r>
                      <a:r>
                        <a:rPr sz="3200" dirty="0">
                          <a:solidFill>
                            <a:srgbClr val="B5CEA8"/>
                          </a:solidFill>
                          <a:latin typeface="Consolas"/>
                          <a:cs typeface="Consolas"/>
                        </a:rPr>
                        <a:t>4</a:t>
                      </a:r>
                      <a:r>
                        <a:rPr sz="3200" spc="-10" dirty="0">
                          <a:solidFill>
                            <a:srgbClr val="B5CEA8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3200" dirty="0">
                          <a:solidFill>
                            <a:srgbClr val="4EC8AF"/>
                          </a:solidFill>
                          <a:latin typeface="Consolas"/>
                          <a:cs typeface="Consolas"/>
                        </a:rPr>
                        <a:t>+</a:t>
                      </a:r>
                      <a:r>
                        <a:rPr sz="3200" spc="-10" dirty="0">
                          <a:solidFill>
                            <a:srgbClr val="4EC8A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3200" spc="-10" dirty="0">
                          <a:solidFill>
                            <a:srgbClr val="B5CEA8"/>
                          </a:solidFill>
                          <a:latin typeface="Consolas"/>
                          <a:cs typeface="Consolas"/>
                        </a:rPr>
                        <a:t>5</a:t>
                      </a:r>
                      <a:r>
                        <a:rPr sz="3200" spc="-10" dirty="0">
                          <a:solidFill>
                            <a:srgbClr val="4EC8AF"/>
                          </a:solidFill>
                          <a:latin typeface="Consolas"/>
                          <a:cs typeface="Consolas"/>
                        </a:rPr>
                        <a:t>x</a:t>
                      </a:r>
                      <a:r>
                        <a:rPr sz="3200" spc="-10" dirty="0">
                          <a:solidFill>
                            <a:srgbClr val="C585C0"/>
                          </a:solidFill>
                          <a:latin typeface="Consolas"/>
                          <a:cs typeface="Consolas"/>
                        </a:rPr>
                        <a:t>&amp;</a:t>
                      </a:r>
                      <a:r>
                        <a:rPr sz="3200" spc="-10" dirty="0">
                          <a:solidFill>
                            <a:srgbClr val="4EC8AF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r>
                        <a:rPr sz="3200" spc="-10" dirty="0">
                          <a:solidFill>
                            <a:srgbClr val="B5CEA8"/>
                          </a:solidFill>
                          <a:latin typeface="Consolas"/>
                          <a:cs typeface="Consolas"/>
                        </a:rPr>
                        <a:t>2</a:t>
                      </a:r>
                      <a:r>
                        <a:rPr sz="3200" spc="-10" dirty="0">
                          <a:solidFill>
                            <a:srgbClr val="4EC8AF"/>
                          </a:solidFill>
                          <a:latin typeface="Consolas"/>
                          <a:cs typeface="Consolas"/>
                        </a:rPr>
                        <a:t>+y</a:t>
                      </a:r>
                      <a:endParaRPr sz="32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11760">
                        <a:lnSpc>
                          <a:spcPts val="3335"/>
                        </a:lnSpc>
                      </a:pPr>
                      <a:r>
                        <a:rPr sz="3200" spc="-50" dirty="0">
                          <a:solidFill>
                            <a:srgbClr val="C585C0"/>
                          </a:solidFill>
                          <a:latin typeface="Consolas"/>
                          <a:cs typeface="Consolas"/>
                        </a:rPr>
                        <a:t>&amp;</a:t>
                      </a:r>
                      <a:endParaRPr sz="32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222885">
                        <a:lnSpc>
                          <a:spcPts val="3335"/>
                        </a:lnSpc>
                      </a:pPr>
                      <a:r>
                        <a:rPr sz="3200" spc="-25" dirty="0">
                          <a:solidFill>
                            <a:srgbClr val="4EC8AF"/>
                          </a:solidFill>
                          <a:latin typeface="Consolas"/>
                          <a:cs typeface="Consolas"/>
                        </a:rPr>
                        <a:t>w+</a:t>
                      </a:r>
                      <a:r>
                        <a:rPr sz="3200" spc="-25" dirty="0">
                          <a:solidFill>
                            <a:srgbClr val="B5CEA8"/>
                          </a:solidFill>
                          <a:latin typeface="Consolas"/>
                          <a:cs typeface="Consolas"/>
                        </a:rPr>
                        <a:t>2</a:t>
                      </a:r>
                      <a:r>
                        <a:rPr sz="3200" spc="-25" dirty="0">
                          <a:solidFill>
                            <a:srgbClr val="C585C0"/>
                          </a:solidFill>
                          <a:latin typeface="Consolas"/>
                          <a:cs typeface="Consolas"/>
                        </a:rPr>
                        <a:t>&amp;</a:t>
                      </a:r>
                      <a:r>
                        <a:rPr sz="3200" spc="-25" dirty="0">
                          <a:solidFill>
                            <a:srgbClr val="4EC8AF"/>
                          </a:solidFill>
                          <a:latin typeface="Consolas"/>
                          <a:cs typeface="Consolas"/>
                        </a:rPr>
                        <a:t>=-</a:t>
                      </a:r>
                      <a:r>
                        <a:rPr sz="3200" spc="-25" dirty="0">
                          <a:solidFill>
                            <a:srgbClr val="B5CEA8"/>
                          </a:solidFill>
                          <a:latin typeface="Consolas"/>
                          <a:cs typeface="Consolas"/>
                        </a:rPr>
                        <a:t>1</a:t>
                      </a:r>
                      <a:r>
                        <a:rPr sz="3200" spc="-25" dirty="0">
                          <a:solidFill>
                            <a:srgbClr val="4EC8AF"/>
                          </a:solidFill>
                          <a:latin typeface="Consolas"/>
                          <a:cs typeface="Consolas"/>
                        </a:rPr>
                        <a:t>+w</a:t>
                      </a:r>
                      <a:endParaRPr sz="32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16535" algn="r">
                        <a:lnSpc>
                          <a:spcPts val="3335"/>
                        </a:lnSpc>
                      </a:pPr>
                      <a:r>
                        <a:rPr sz="3200" spc="-50" dirty="0">
                          <a:solidFill>
                            <a:srgbClr val="C585C0"/>
                          </a:solidFill>
                          <a:latin typeface="Consolas"/>
                          <a:cs typeface="Consolas"/>
                        </a:rPr>
                        <a:t>&amp;</a:t>
                      </a:r>
                      <a:endParaRPr sz="32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23520">
                        <a:lnSpc>
                          <a:spcPts val="3335"/>
                        </a:lnSpc>
                      </a:pPr>
                      <a:r>
                        <a:rPr sz="3200" spc="-10" dirty="0">
                          <a:solidFill>
                            <a:srgbClr val="4EC8AF"/>
                          </a:solidFill>
                          <a:latin typeface="Consolas"/>
                          <a:cs typeface="Consolas"/>
                        </a:rPr>
                        <a:t>ab</a:t>
                      </a:r>
                      <a:r>
                        <a:rPr sz="3200" spc="-10" dirty="0">
                          <a:solidFill>
                            <a:srgbClr val="C585C0"/>
                          </a:solidFill>
                          <a:latin typeface="Consolas"/>
                          <a:cs typeface="Consolas"/>
                        </a:rPr>
                        <a:t>&amp;</a:t>
                      </a:r>
                      <a:r>
                        <a:rPr sz="3200" spc="-10" dirty="0">
                          <a:solidFill>
                            <a:srgbClr val="4EC8AF"/>
                          </a:solidFill>
                          <a:latin typeface="Consolas"/>
                          <a:cs typeface="Consolas"/>
                        </a:rPr>
                        <a:t>=cb</a:t>
                      </a:r>
                      <a:endParaRPr sz="32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629208" y="3131261"/>
            <a:ext cx="271272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10" dirty="0">
                <a:solidFill>
                  <a:srgbClr val="DCDCAA"/>
                </a:solidFill>
                <a:latin typeface="Consolas"/>
                <a:cs typeface="Consolas"/>
              </a:rPr>
              <a:t>\end</a:t>
            </a:r>
            <a:r>
              <a:rPr sz="3200" spc="-10" dirty="0">
                <a:solidFill>
                  <a:srgbClr val="D3D3D3"/>
                </a:solidFill>
                <a:latin typeface="Consolas"/>
                <a:cs typeface="Consolas"/>
              </a:rPr>
              <a:t>{</a:t>
            </a:r>
            <a:r>
              <a:rPr sz="3200" spc="-10" dirty="0">
                <a:solidFill>
                  <a:srgbClr val="9CDCFD"/>
                </a:solidFill>
                <a:latin typeface="Consolas"/>
                <a:cs typeface="Consolas"/>
              </a:rPr>
              <a:t>align*</a:t>
            </a:r>
            <a:r>
              <a:rPr sz="3200" spc="-10" dirty="0">
                <a:solidFill>
                  <a:srgbClr val="D3D3D3"/>
                </a:solidFill>
                <a:latin typeface="Consolas"/>
                <a:cs typeface="Consolas"/>
              </a:rPr>
              <a:t>}</a:t>
            </a:r>
            <a:endParaRPr sz="3200">
              <a:latin typeface="Consolas"/>
              <a:cs typeface="Consolas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00099" y="4076522"/>
            <a:ext cx="9591802" cy="2137664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3278" rIns="0" bIns="0" rtlCol="0">
            <a:spAutoFit/>
          </a:bodyPr>
          <a:lstStyle/>
          <a:p>
            <a:pPr marL="349250">
              <a:lnSpc>
                <a:spcPct val="100000"/>
              </a:lnSpc>
              <a:spcBef>
                <a:spcPts val="100"/>
              </a:spcBef>
            </a:pPr>
            <a:r>
              <a:rPr dirty="0"/>
              <a:t>Spacing</a:t>
            </a:r>
            <a:r>
              <a:rPr spc="-125" dirty="0"/>
              <a:t> </a:t>
            </a:r>
            <a:r>
              <a:rPr dirty="0"/>
              <a:t>Commands</a:t>
            </a:r>
            <a:r>
              <a:rPr spc="-100" dirty="0"/>
              <a:t> </a:t>
            </a:r>
            <a:r>
              <a:rPr dirty="0"/>
              <a:t>(use</a:t>
            </a:r>
            <a:r>
              <a:rPr spc="-114" dirty="0"/>
              <a:t> </a:t>
            </a:r>
            <a:r>
              <a:rPr dirty="0">
                <a:solidFill>
                  <a:srgbClr val="FFFF00"/>
                </a:solidFill>
              </a:rPr>
              <a:t>amsmath</a:t>
            </a:r>
            <a:r>
              <a:rPr spc="-105" dirty="0">
                <a:solidFill>
                  <a:srgbClr val="FFFF00"/>
                </a:solidFill>
              </a:rPr>
              <a:t> </a:t>
            </a:r>
            <a:r>
              <a:rPr spc="-10" dirty="0"/>
              <a:t>package)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62632" y="1126921"/>
            <a:ext cx="8666861" cy="5161914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3278" rIns="0" bIns="0" rtlCol="0">
            <a:spAutoFit/>
          </a:bodyPr>
          <a:lstStyle/>
          <a:p>
            <a:pPr marL="1614170">
              <a:lnSpc>
                <a:spcPct val="100000"/>
              </a:lnSpc>
              <a:spcBef>
                <a:spcPts val="100"/>
              </a:spcBef>
            </a:pPr>
            <a:r>
              <a:rPr dirty="0"/>
              <a:t>Spacing</a:t>
            </a:r>
            <a:r>
              <a:rPr spc="-150" dirty="0"/>
              <a:t> </a:t>
            </a:r>
            <a:r>
              <a:rPr dirty="0"/>
              <a:t>Commands</a:t>
            </a:r>
            <a:r>
              <a:rPr spc="-120" dirty="0"/>
              <a:t> </a:t>
            </a:r>
            <a:r>
              <a:rPr spc="-10" dirty="0"/>
              <a:t>(Example)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29208" y="1180591"/>
            <a:ext cx="315912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10" dirty="0">
                <a:solidFill>
                  <a:srgbClr val="DCDCAA"/>
                </a:solidFill>
                <a:latin typeface="Consolas"/>
                <a:cs typeface="Consolas"/>
              </a:rPr>
              <a:t>\begin</a:t>
            </a:r>
            <a:r>
              <a:rPr sz="3200" spc="-10" dirty="0">
                <a:solidFill>
                  <a:srgbClr val="D3D3D3"/>
                </a:solidFill>
                <a:latin typeface="Consolas"/>
                <a:cs typeface="Consolas"/>
              </a:rPr>
              <a:t>{</a:t>
            </a:r>
            <a:r>
              <a:rPr sz="3200" spc="-10" dirty="0">
                <a:solidFill>
                  <a:srgbClr val="9CDCFD"/>
                </a:solidFill>
                <a:latin typeface="Consolas"/>
                <a:cs typeface="Consolas"/>
              </a:rPr>
              <a:t>align*</a:t>
            </a:r>
            <a:r>
              <a:rPr sz="3200" spc="-10" dirty="0">
                <a:solidFill>
                  <a:srgbClr val="D3D3D3"/>
                </a:solidFill>
                <a:latin typeface="Consolas"/>
                <a:cs typeface="Consolas"/>
              </a:rPr>
              <a:t>}</a:t>
            </a:r>
            <a:endParaRPr sz="3200">
              <a:latin typeface="Consolas"/>
              <a:cs typeface="Consolas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10158" y="1785679"/>
          <a:ext cx="7001508" cy="38195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401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05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885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23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7040">
                <a:tc>
                  <a:txBody>
                    <a:bodyPr/>
                    <a:lstStyle/>
                    <a:p>
                      <a:pPr marR="72390" algn="ctr">
                        <a:lnSpc>
                          <a:spcPts val="3020"/>
                        </a:lnSpc>
                      </a:pPr>
                      <a:r>
                        <a:rPr sz="3200" spc="-20" dirty="0">
                          <a:solidFill>
                            <a:srgbClr val="4EC8AF"/>
                          </a:solidFill>
                          <a:latin typeface="Consolas"/>
                          <a:cs typeface="Consolas"/>
                        </a:rPr>
                        <a:t>f(x)</a:t>
                      </a:r>
                      <a:endParaRPr sz="32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20"/>
                        </a:lnSpc>
                      </a:pPr>
                      <a:r>
                        <a:rPr sz="3200" spc="-25" dirty="0">
                          <a:solidFill>
                            <a:srgbClr val="C585C0"/>
                          </a:solidFill>
                          <a:latin typeface="Consolas"/>
                          <a:cs typeface="Consolas"/>
                        </a:rPr>
                        <a:t>&amp;</a:t>
                      </a:r>
                      <a:r>
                        <a:rPr sz="3200" spc="-25" dirty="0">
                          <a:solidFill>
                            <a:srgbClr val="4EC8AF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endParaRPr sz="32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11760">
                        <a:lnSpc>
                          <a:spcPts val="3020"/>
                        </a:lnSpc>
                      </a:pPr>
                      <a:r>
                        <a:rPr sz="3200" dirty="0">
                          <a:solidFill>
                            <a:srgbClr val="4EC8AF"/>
                          </a:solidFill>
                          <a:latin typeface="Consolas"/>
                          <a:cs typeface="Consolas"/>
                        </a:rPr>
                        <a:t>x^</a:t>
                      </a:r>
                      <a:r>
                        <a:rPr sz="3200" dirty="0">
                          <a:solidFill>
                            <a:srgbClr val="B5CEA8"/>
                          </a:solidFill>
                          <a:latin typeface="Consolas"/>
                          <a:cs typeface="Consolas"/>
                        </a:rPr>
                        <a:t>2</a:t>
                      </a:r>
                      <a:r>
                        <a:rPr sz="3200" dirty="0">
                          <a:solidFill>
                            <a:srgbClr val="D6B97C"/>
                          </a:solidFill>
                          <a:latin typeface="Consolas"/>
                          <a:cs typeface="Consolas"/>
                        </a:rPr>
                        <a:t>\!</a:t>
                      </a:r>
                      <a:r>
                        <a:rPr sz="3200" spc="-75" dirty="0">
                          <a:solidFill>
                            <a:srgbClr val="D6B97C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3200" dirty="0">
                          <a:solidFill>
                            <a:srgbClr val="4EC8AF"/>
                          </a:solidFill>
                          <a:latin typeface="Consolas"/>
                          <a:cs typeface="Consolas"/>
                        </a:rPr>
                        <a:t>+</a:t>
                      </a:r>
                      <a:r>
                        <a:rPr sz="3200" dirty="0">
                          <a:solidFill>
                            <a:srgbClr val="B5CEA8"/>
                          </a:solidFill>
                          <a:latin typeface="Consolas"/>
                          <a:cs typeface="Consolas"/>
                        </a:rPr>
                        <a:t>3</a:t>
                      </a:r>
                      <a:r>
                        <a:rPr sz="3200" dirty="0">
                          <a:solidFill>
                            <a:srgbClr val="4EC8AF"/>
                          </a:solidFill>
                          <a:latin typeface="Consolas"/>
                          <a:cs typeface="Consolas"/>
                        </a:rPr>
                        <a:t>x</a:t>
                      </a:r>
                      <a:r>
                        <a:rPr sz="3200" dirty="0">
                          <a:solidFill>
                            <a:srgbClr val="D6B97C"/>
                          </a:solidFill>
                          <a:latin typeface="Consolas"/>
                          <a:cs typeface="Consolas"/>
                        </a:rPr>
                        <a:t>\!</a:t>
                      </a:r>
                      <a:r>
                        <a:rPr sz="3200" spc="-70" dirty="0">
                          <a:solidFill>
                            <a:srgbClr val="D6B97C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3200" dirty="0">
                          <a:solidFill>
                            <a:srgbClr val="4EC8AF"/>
                          </a:solidFill>
                          <a:latin typeface="Consolas"/>
                          <a:cs typeface="Consolas"/>
                        </a:rPr>
                        <a:t>+</a:t>
                      </a:r>
                      <a:r>
                        <a:rPr sz="3200" dirty="0">
                          <a:solidFill>
                            <a:srgbClr val="B5CEA8"/>
                          </a:solidFill>
                          <a:latin typeface="Consolas"/>
                          <a:cs typeface="Consolas"/>
                        </a:rPr>
                        <a:t>2</a:t>
                      </a:r>
                      <a:r>
                        <a:rPr sz="3200" spc="-75" dirty="0">
                          <a:solidFill>
                            <a:srgbClr val="B5CEA8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3200" spc="-25" dirty="0">
                          <a:solidFill>
                            <a:srgbClr val="C585C0"/>
                          </a:solidFill>
                          <a:latin typeface="Consolas"/>
                          <a:cs typeface="Consolas"/>
                        </a:rPr>
                        <a:t>\\</a:t>
                      </a:r>
                      <a:endParaRPr sz="32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 row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R="72390" algn="ctr">
                        <a:lnSpc>
                          <a:spcPts val="3340"/>
                        </a:lnSpc>
                      </a:pPr>
                      <a:r>
                        <a:rPr sz="3200" spc="-20" dirty="0">
                          <a:solidFill>
                            <a:srgbClr val="4EC8AF"/>
                          </a:solidFill>
                          <a:latin typeface="Consolas"/>
                          <a:cs typeface="Consolas"/>
                        </a:rPr>
                        <a:t>f(x)</a:t>
                      </a:r>
                      <a:endParaRPr sz="32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40"/>
                        </a:lnSpc>
                      </a:pPr>
                      <a:r>
                        <a:rPr sz="3200" spc="-25" dirty="0">
                          <a:solidFill>
                            <a:srgbClr val="C585C0"/>
                          </a:solidFill>
                          <a:latin typeface="Consolas"/>
                          <a:cs typeface="Consolas"/>
                        </a:rPr>
                        <a:t>&amp;</a:t>
                      </a:r>
                      <a:r>
                        <a:rPr sz="3200" spc="-25" dirty="0">
                          <a:solidFill>
                            <a:srgbClr val="4EC8AF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endParaRPr sz="32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11760">
                        <a:lnSpc>
                          <a:spcPts val="3340"/>
                        </a:lnSpc>
                      </a:pPr>
                      <a:r>
                        <a:rPr sz="3200" dirty="0">
                          <a:solidFill>
                            <a:srgbClr val="4EC8AF"/>
                          </a:solidFill>
                          <a:latin typeface="Consolas"/>
                          <a:cs typeface="Consolas"/>
                        </a:rPr>
                        <a:t>x^</a:t>
                      </a:r>
                      <a:r>
                        <a:rPr sz="3200" dirty="0">
                          <a:solidFill>
                            <a:srgbClr val="B5CEA8"/>
                          </a:solidFill>
                          <a:latin typeface="Consolas"/>
                          <a:cs typeface="Consolas"/>
                        </a:rPr>
                        <a:t>2</a:t>
                      </a:r>
                      <a:r>
                        <a:rPr sz="3200" dirty="0">
                          <a:solidFill>
                            <a:srgbClr val="4EC8AF"/>
                          </a:solidFill>
                          <a:latin typeface="Consolas"/>
                          <a:cs typeface="Consolas"/>
                        </a:rPr>
                        <a:t>+</a:t>
                      </a:r>
                      <a:r>
                        <a:rPr sz="3200" dirty="0">
                          <a:solidFill>
                            <a:srgbClr val="B5CEA8"/>
                          </a:solidFill>
                          <a:latin typeface="Consolas"/>
                          <a:cs typeface="Consolas"/>
                        </a:rPr>
                        <a:t>3</a:t>
                      </a:r>
                      <a:r>
                        <a:rPr sz="3200" dirty="0">
                          <a:solidFill>
                            <a:srgbClr val="4EC8AF"/>
                          </a:solidFill>
                          <a:latin typeface="Consolas"/>
                          <a:cs typeface="Consolas"/>
                        </a:rPr>
                        <a:t>x+</a:t>
                      </a:r>
                      <a:r>
                        <a:rPr sz="3200" dirty="0">
                          <a:solidFill>
                            <a:srgbClr val="B5CEA8"/>
                          </a:solidFill>
                          <a:latin typeface="Consolas"/>
                          <a:cs typeface="Consolas"/>
                        </a:rPr>
                        <a:t>2</a:t>
                      </a:r>
                      <a:r>
                        <a:rPr sz="3200" spc="-10" dirty="0">
                          <a:solidFill>
                            <a:srgbClr val="B5CEA8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3200" spc="-25" dirty="0">
                          <a:solidFill>
                            <a:srgbClr val="C585C0"/>
                          </a:solidFill>
                          <a:latin typeface="Consolas"/>
                          <a:cs typeface="Consolas"/>
                        </a:rPr>
                        <a:t>\\</a:t>
                      </a:r>
                      <a:endParaRPr sz="32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045">
                <a:tc>
                  <a:txBody>
                    <a:bodyPr/>
                    <a:lstStyle/>
                    <a:p>
                      <a:pPr marR="72390" algn="ctr">
                        <a:lnSpc>
                          <a:spcPts val="3335"/>
                        </a:lnSpc>
                      </a:pPr>
                      <a:r>
                        <a:rPr sz="3200" spc="-20" dirty="0">
                          <a:solidFill>
                            <a:srgbClr val="4EC8AF"/>
                          </a:solidFill>
                          <a:latin typeface="Consolas"/>
                          <a:cs typeface="Consolas"/>
                        </a:rPr>
                        <a:t>f(x)</a:t>
                      </a:r>
                      <a:endParaRPr sz="32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35"/>
                        </a:lnSpc>
                      </a:pPr>
                      <a:r>
                        <a:rPr sz="3200" spc="-25" dirty="0">
                          <a:solidFill>
                            <a:srgbClr val="C585C0"/>
                          </a:solidFill>
                          <a:latin typeface="Consolas"/>
                          <a:cs typeface="Consolas"/>
                        </a:rPr>
                        <a:t>&amp;</a:t>
                      </a:r>
                      <a:r>
                        <a:rPr sz="3200" spc="-25" dirty="0">
                          <a:solidFill>
                            <a:srgbClr val="4EC8AF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endParaRPr sz="32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11760">
                        <a:lnSpc>
                          <a:spcPts val="3335"/>
                        </a:lnSpc>
                      </a:pPr>
                      <a:r>
                        <a:rPr sz="3200" dirty="0">
                          <a:solidFill>
                            <a:srgbClr val="4EC8AF"/>
                          </a:solidFill>
                          <a:latin typeface="Consolas"/>
                          <a:cs typeface="Consolas"/>
                        </a:rPr>
                        <a:t>x^</a:t>
                      </a:r>
                      <a:r>
                        <a:rPr sz="3200" dirty="0">
                          <a:solidFill>
                            <a:srgbClr val="B5CEA8"/>
                          </a:solidFill>
                          <a:latin typeface="Consolas"/>
                          <a:cs typeface="Consolas"/>
                        </a:rPr>
                        <a:t>2</a:t>
                      </a:r>
                      <a:r>
                        <a:rPr sz="3200" dirty="0">
                          <a:solidFill>
                            <a:srgbClr val="DCDCAA"/>
                          </a:solidFill>
                          <a:latin typeface="Consolas"/>
                          <a:cs typeface="Consolas"/>
                        </a:rPr>
                        <a:t>\,</a:t>
                      </a:r>
                      <a:r>
                        <a:rPr sz="3200" spc="-75" dirty="0">
                          <a:solidFill>
                            <a:srgbClr val="DCDCAA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3200" dirty="0">
                          <a:solidFill>
                            <a:srgbClr val="4EC8AF"/>
                          </a:solidFill>
                          <a:latin typeface="Consolas"/>
                          <a:cs typeface="Consolas"/>
                        </a:rPr>
                        <a:t>+</a:t>
                      </a:r>
                      <a:r>
                        <a:rPr sz="3200" dirty="0">
                          <a:solidFill>
                            <a:srgbClr val="B5CEA8"/>
                          </a:solidFill>
                          <a:latin typeface="Consolas"/>
                          <a:cs typeface="Consolas"/>
                        </a:rPr>
                        <a:t>3</a:t>
                      </a:r>
                      <a:r>
                        <a:rPr sz="3200" dirty="0">
                          <a:solidFill>
                            <a:srgbClr val="4EC8AF"/>
                          </a:solidFill>
                          <a:latin typeface="Consolas"/>
                          <a:cs typeface="Consolas"/>
                        </a:rPr>
                        <a:t>x</a:t>
                      </a:r>
                      <a:r>
                        <a:rPr sz="3200" dirty="0">
                          <a:solidFill>
                            <a:srgbClr val="DCDCAA"/>
                          </a:solidFill>
                          <a:latin typeface="Consolas"/>
                          <a:cs typeface="Consolas"/>
                        </a:rPr>
                        <a:t>\,</a:t>
                      </a:r>
                      <a:r>
                        <a:rPr sz="3200" spc="-70" dirty="0">
                          <a:solidFill>
                            <a:srgbClr val="DCDCAA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3200" dirty="0">
                          <a:solidFill>
                            <a:srgbClr val="4EC8AF"/>
                          </a:solidFill>
                          <a:latin typeface="Consolas"/>
                          <a:cs typeface="Consolas"/>
                        </a:rPr>
                        <a:t>+</a:t>
                      </a:r>
                      <a:r>
                        <a:rPr sz="3200" dirty="0">
                          <a:solidFill>
                            <a:srgbClr val="B5CEA8"/>
                          </a:solidFill>
                          <a:latin typeface="Consolas"/>
                          <a:cs typeface="Consolas"/>
                        </a:rPr>
                        <a:t>2</a:t>
                      </a:r>
                      <a:r>
                        <a:rPr sz="3200" spc="-75" dirty="0">
                          <a:solidFill>
                            <a:srgbClr val="B5CEA8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3200" spc="-25" dirty="0">
                          <a:solidFill>
                            <a:srgbClr val="C585C0"/>
                          </a:solidFill>
                          <a:latin typeface="Consolas"/>
                          <a:cs typeface="Consolas"/>
                        </a:rPr>
                        <a:t>\\</a:t>
                      </a:r>
                      <a:endParaRPr sz="32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R="72390" algn="ctr">
                        <a:lnSpc>
                          <a:spcPts val="3340"/>
                        </a:lnSpc>
                      </a:pPr>
                      <a:r>
                        <a:rPr sz="3200" spc="-20" dirty="0">
                          <a:solidFill>
                            <a:srgbClr val="4EC8AF"/>
                          </a:solidFill>
                          <a:latin typeface="Consolas"/>
                          <a:cs typeface="Consolas"/>
                        </a:rPr>
                        <a:t>f(x)</a:t>
                      </a:r>
                      <a:endParaRPr sz="32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40"/>
                        </a:lnSpc>
                      </a:pPr>
                      <a:r>
                        <a:rPr sz="3200" spc="-25" dirty="0">
                          <a:solidFill>
                            <a:srgbClr val="C585C0"/>
                          </a:solidFill>
                          <a:latin typeface="Consolas"/>
                          <a:cs typeface="Consolas"/>
                        </a:rPr>
                        <a:t>&amp;</a:t>
                      </a:r>
                      <a:r>
                        <a:rPr sz="3200" spc="-25" dirty="0">
                          <a:solidFill>
                            <a:srgbClr val="4EC8AF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endParaRPr sz="32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11760">
                        <a:lnSpc>
                          <a:spcPts val="3340"/>
                        </a:lnSpc>
                      </a:pPr>
                      <a:r>
                        <a:rPr sz="3200" dirty="0">
                          <a:solidFill>
                            <a:srgbClr val="4EC8AF"/>
                          </a:solidFill>
                          <a:latin typeface="Consolas"/>
                          <a:cs typeface="Consolas"/>
                        </a:rPr>
                        <a:t>x^</a:t>
                      </a:r>
                      <a:r>
                        <a:rPr sz="3200" dirty="0">
                          <a:solidFill>
                            <a:srgbClr val="B5CEA8"/>
                          </a:solidFill>
                          <a:latin typeface="Consolas"/>
                          <a:cs typeface="Consolas"/>
                        </a:rPr>
                        <a:t>2</a:t>
                      </a:r>
                      <a:r>
                        <a:rPr sz="3200" dirty="0">
                          <a:solidFill>
                            <a:srgbClr val="D6B97C"/>
                          </a:solidFill>
                          <a:latin typeface="Consolas"/>
                          <a:cs typeface="Consolas"/>
                        </a:rPr>
                        <a:t>\:</a:t>
                      </a:r>
                      <a:r>
                        <a:rPr sz="3200" spc="-5" dirty="0">
                          <a:solidFill>
                            <a:srgbClr val="D6B97C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3200" dirty="0">
                          <a:solidFill>
                            <a:srgbClr val="4EC8AF"/>
                          </a:solidFill>
                          <a:latin typeface="Consolas"/>
                          <a:cs typeface="Consolas"/>
                        </a:rPr>
                        <a:t>+</a:t>
                      </a:r>
                      <a:r>
                        <a:rPr sz="3200" dirty="0">
                          <a:solidFill>
                            <a:srgbClr val="B5CEA8"/>
                          </a:solidFill>
                          <a:latin typeface="Consolas"/>
                          <a:cs typeface="Consolas"/>
                        </a:rPr>
                        <a:t>3</a:t>
                      </a:r>
                      <a:r>
                        <a:rPr sz="3200" dirty="0">
                          <a:solidFill>
                            <a:srgbClr val="4EC8AF"/>
                          </a:solidFill>
                          <a:latin typeface="Consolas"/>
                          <a:cs typeface="Consolas"/>
                        </a:rPr>
                        <a:t>x</a:t>
                      </a:r>
                      <a:r>
                        <a:rPr sz="3200" dirty="0">
                          <a:solidFill>
                            <a:srgbClr val="D6B97C"/>
                          </a:solidFill>
                          <a:latin typeface="Consolas"/>
                          <a:cs typeface="Consolas"/>
                        </a:rPr>
                        <a:t>\:</a:t>
                      </a:r>
                      <a:r>
                        <a:rPr sz="3200" spc="-5" dirty="0">
                          <a:solidFill>
                            <a:srgbClr val="D6B97C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3200" dirty="0">
                          <a:solidFill>
                            <a:srgbClr val="4EC8AF"/>
                          </a:solidFill>
                          <a:latin typeface="Consolas"/>
                          <a:cs typeface="Consolas"/>
                        </a:rPr>
                        <a:t>+</a:t>
                      </a:r>
                      <a:r>
                        <a:rPr sz="3200" dirty="0">
                          <a:solidFill>
                            <a:srgbClr val="B5CEA8"/>
                          </a:solidFill>
                          <a:latin typeface="Consolas"/>
                          <a:cs typeface="Consolas"/>
                        </a:rPr>
                        <a:t>2</a:t>
                      </a:r>
                      <a:r>
                        <a:rPr sz="3200" spc="-5" dirty="0">
                          <a:solidFill>
                            <a:srgbClr val="B5CEA8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3200" spc="-25" dirty="0">
                          <a:solidFill>
                            <a:srgbClr val="C585C0"/>
                          </a:solidFill>
                          <a:latin typeface="Consolas"/>
                          <a:cs typeface="Consolas"/>
                        </a:rPr>
                        <a:t>\\</a:t>
                      </a:r>
                      <a:endParaRPr sz="32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R="72390" algn="ctr">
                        <a:lnSpc>
                          <a:spcPts val="3340"/>
                        </a:lnSpc>
                      </a:pPr>
                      <a:r>
                        <a:rPr sz="3200" spc="-20" dirty="0">
                          <a:solidFill>
                            <a:srgbClr val="4EC8AF"/>
                          </a:solidFill>
                          <a:latin typeface="Consolas"/>
                          <a:cs typeface="Consolas"/>
                        </a:rPr>
                        <a:t>f(x)</a:t>
                      </a:r>
                      <a:endParaRPr sz="32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40"/>
                        </a:lnSpc>
                      </a:pPr>
                      <a:r>
                        <a:rPr sz="3200" spc="-25" dirty="0">
                          <a:solidFill>
                            <a:srgbClr val="C585C0"/>
                          </a:solidFill>
                          <a:latin typeface="Consolas"/>
                          <a:cs typeface="Consolas"/>
                        </a:rPr>
                        <a:t>&amp;</a:t>
                      </a:r>
                      <a:r>
                        <a:rPr sz="3200" spc="-25" dirty="0">
                          <a:solidFill>
                            <a:srgbClr val="4EC8AF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endParaRPr sz="32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11760">
                        <a:lnSpc>
                          <a:spcPts val="3340"/>
                        </a:lnSpc>
                      </a:pPr>
                      <a:r>
                        <a:rPr sz="3200" dirty="0">
                          <a:solidFill>
                            <a:srgbClr val="4EC8AF"/>
                          </a:solidFill>
                          <a:latin typeface="Consolas"/>
                          <a:cs typeface="Consolas"/>
                        </a:rPr>
                        <a:t>x^</a:t>
                      </a:r>
                      <a:r>
                        <a:rPr sz="3200" dirty="0">
                          <a:solidFill>
                            <a:srgbClr val="B5CEA8"/>
                          </a:solidFill>
                          <a:latin typeface="Consolas"/>
                          <a:cs typeface="Consolas"/>
                        </a:rPr>
                        <a:t>2</a:t>
                      </a:r>
                      <a:r>
                        <a:rPr sz="3200" dirty="0">
                          <a:solidFill>
                            <a:srgbClr val="DCDCAA"/>
                          </a:solidFill>
                          <a:latin typeface="Consolas"/>
                          <a:cs typeface="Consolas"/>
                        </a:rPr>
                        <a:t>\;</a:t>
                      </a:r>
                      <a:r>
                        <a:rPr sz="3200" spc="-75" dirty="0">
                          <a:solidFill>
                            <a:srgbClr val="DCDCAA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3200" dirty="0">
                          <a:solidFill>
                            <a:srgbClr val="4EC8AF"/>
                          </a:solidFill>
                          <a:latin typeface="Consolas"/>
                          <a:cs typeface="Consolas"/>
                        </a:rPr>
                        <a:t>+</a:t>
                      </a:r>
                      <a:r>
                        <a:rPr sz="3200" dirty="0">
                          <a:solidFill>
                            <a:srgbClr val="B5CEA8"/>
                          </a:solidFill>
                          <a:latin typeface="Consolas"/>
                          <a:cs typeface="Consolas"/>
                        </a:rPr>
                        <a:t>3</a:t>
                      </a:r>
                      <a:r>
                        <a:rPr sz="3200" dirty="0">
                          <a:solidFill>
                            <a:srgbClr val="4EC8AF"/>
                          </a:solidFill>
                          <a:latin typeface="Consolas"/>
                          <a:cs typeface="Consolas"/>
                        </a:rPr>
                        <a:t>x</a:t>
                      </a:r>
                      <a:r>
                        <a:rPr sz="3200" dirty="0">
                          <a:solidFill>
                            <a:srgbClr val="DCDCAA"/>
                          </a:solidFill>
                          <a:latin typeface="Consolas"/>
                          <a:cs typeface="Consolas"/>
                        </a:rPr>
                        <a:t>\;</a:t>
                      </a:r>
                      <a:r>
                        <a:rPr sz="3200" spc="-70" dirty="0">
                          <a:solidFill>
                            <a:srgbClr val="DCDCAA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3200" dirty="0">
                          <a:solidFill>
                            <a:srgbClr val="4EC8AF"/>
                          </a:solidFill>
                          <a:latin typeface="Consolas"/>
                          <a:cs typeface="Consolas"/>
                        </a:rPr>
                        <a:t>+</a:t>
                      </a:r>
                      <a:r>
                        <a:rPr sz="3200" dirty="0">
                          <a:solidFill>
                            <a:srgbClr val="B5CEA8"/>
                          </a:solidFill>
                          <a:latin typeface="Consolas"/>
                          <a:cs typeface="Consolas"/>
                        </a:rPr>
                        <a:t>2</a:t>
                      </a:r>
                      <a:r>
                        <a:rPr sz="3200" spc="-75" dirty="0">
                          <a:solidFill>
                            <a:srgbClr val="B5CEA8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3200" spc="-25" dirty="0">
                          <a:solidFill>
                            <a:srgbClr val="C585C0"/>
                          </a:solidFill>
                          <a:latin typeface="Consolas"/>
                          <a:cs typeface="Consolas"/>
                        </a:rPr>
                        <a:t>\\</a:t>
                      </a:r>
                      <a:endParaRPr sz="32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R="72390" algn="ctr">
                        <a:lnSpc>
                          <a:spcPts val="3340"/>
                        </a:lnSpc>
                      </a:pPr>
                      <a:r>
                        <a:rPr sz="3200" spc="-20" dirty="0">
                          <a:solidFill>
                            <a:srgbClr val="4EC8AF"/>
                          </a:solidFill>
                          <a:latin typeface="Consolas"/>
                          <a:cs typeface="Consolas"/>
                        </a:rPr>
                        <a:t>f(x)</a:t>
                      </a:r>
                      <a:endParaRPr sz="32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40"/>
                        </a:lnSpc>
                      </a:pPr>
                      <a:r>
                        <a:rPr sz="3200" spc="-25" dirty="0">
                          <a:solidFill>
                            <a:srgbClr val="C585C0"/>
                          </a:solidFill>
                          <a:latin typeface="Consolas"/>
                          <a:cs typeface="Consolas"/>
                        </a:rPr>
                        <a:t>&amp;</a:t>
                      </a:r>
                      <a:r>
                        <a:rPr sz="3200" spc="-25" dirty="0">
                          <a:solidFill>
                            <a:srgbClr val="4EC8AF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endParaRPr sz="32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11760">
                        <a:lnSpc>
                          <a:spcPts val="3340"/>
                        </a:lnSpc>
                      </a:pPr>
                      <a:r>
                        <a:rPr sz="3200" dirty="0">
                          <a:solidFill>
                            <a:srgbClr val="4EC8AF"/>
                          </a:solidFill>
                          <a:latin typeface="Consolas"/>
                          <a:cs typeface="Consolas"/>
                        </a:rPr>
                        <a:t>x^</a:t>
                      </a:r>
                      <a:r>
                        <a:rPr sz="3200" dirty="0">
                          <a:solidFill>
                            <a:srgbClr val="B5CEA8"/>
                          </a:solidFill>
                          <a:latin typeface="Consolas"/>
                          <a:cs typeface="Consolas"/>
                        </a:rPr>
                        <a:t>2</a:t>
                      </a:r>
                      <a:r>
                        <a:rPr sz="3200" dirty="0">
                          <a:solidFill>
                            <a:srgbClr val="D6B97C"/>
                          </a:solidFill>
                          <a:latin typeface="Consolas"/>
                          <a:cs typeface="Consolas"/>
                        </a:rPr>
                        <a:t>\</a:t>
                      </a:r>
                      <a:r>
                        <a:rPr sz="3200" spc="-65" dirty="0">
                          <a:solidFill>
                            <a:srgbClr val="D6B97C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3200" dirty="0">
                          <a:solidFill>
                            <a:srgbClr val="4EC8AF"/>
                          </a:solidFill>
                          <a:latin typeface="Consolas"/>
                          <a:cs typeface="Consolas"/>
                        </a:rPr>
                        <a:t>+</a:t>
                      </a:r>
                      <a:r>
                        <a:rPr sz="3200" dirty="0">
                          <a:solidFill>
                            <a:srgbClr val="B5CEA8"/>
                          </a:solidFill>
                          <a:latin typeface="Consolas"/>
                          <a:cs typeface="Consolas"/>
                        </a:rPr>
                        <a:t>3</a:t>
                      </a:r>
                      <a:r>
                        <a:rPr sz="3200" dirty="0">
                          <a:solidFill>
                            <a:srgbClr val="4EC8AF"/>
                          </a:solidFill>
                          <a:latin typeface="Consolas"/>
                          <a:cs typeface="Consolas"/>
                        </a:rPr>
                        <a:t>x</a:t>
                      </a:r>
                      <a:r>
                        <a:rPr sz="3200" dirty="0">
                          <a:solidFill>
                            <a:srgbClr val="D6B97C"/>
                          </a:solidFill>
                          <a:latin typeface="Consolas"/>
                          <a:cs typeface="Consolas"/>
                        </a:rPr>
                        <a:t>\</a:t>
                      </a:r>
                      <a:r>
                        <a:rPr sz="3200" spc="-65" dirty="0">
                          <a:solidFill>
                            <a:srgbClr val="D6B97C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3200" dirty="0">
                          <a:solidFill>
                            <a:srgbClr val="4EC8AF"/>
                          </a:solidFill>
                          <a:latin typeface="Consolas"/>
                          <a:cs typeface="Consolas"/>
                        </a:rPr>
                        <a:t>+</a:t>
                      </a:r>
                      <a:r>
                        <a:rPr sz="3200" dirty="0">
                          <a:solidFill>
                            <a:srgbClr val="B5CEA8"/>
                          </a:solidFill>
                          <a:latin typeface="Consolas"/>
                          <a:cs typeface="Consolas"/>
                        </a:rPr>
                        <a:t>2</a:t>
                      </a:r>
                      <a:r>
                        <a:rPr sz="3200" spc="-55" dirty="0">
                          <a:solidFill>
                            <a:srgbClr val="B5CEA8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3200" spc="-25" dirty="0">
                          <a:solidFill>
                            <a:srgbClr val="C585C0"/>
                          </a:solidFill>
                          <a:latin typeface="Consolas"/>
                          <a:cs typeface="Consolas"/>
                        </a:rPr>
                        <a:t>\\</a:t>
                      </a:r>
                      <a:endParaRPr sz="32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R="72390" algn="ctr">
                        <a:lnSpc>
                          <a:spcPts val="3340"/>
                        </a:lnSpc>
                      </a:pPr>
                      <a:r>
                        <a:rPr sz="3200" spc="-20" dirty="0">
                          <a:solidFill>
                            <a:srgbClr val="4EC8AF"/>
                          </a:solidFill>
                          <a:latin typeface="Consolas"/>
                          <a:cs typeface="Consolas"/>
                        </a:rPr>
                        <a:t>f(x)</a:t>
                      </a:r>
                      <a:endParaRPr sz="32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40"/>
                        </a:lnSpc>
                      </a:pPr>
                      <a:r>
                        <a:rPr sz="3200" spc="-25" dirty="0">
                          <a:solidFill>
                            <a:srgbClr val="C585C0"/>
                          </a:solidFill>
                          <a:latin typeface="Consolas"/>
                          <a:cs typeface="Consolas"/>
                        </a:rPr>
                        <a:t>&amp;</a:t>
                      </a:r>
                      <a:r>
                        <a:rPr sz="3200" spc="-25" dirty="0">
                          <a:solidFill>
                            <a:srgbClr val="4EC8AF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endParaRPr sz="32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11760">
                        <a:lnSpc>
                          <a:spcPts val="3340"/>
                        </a:lnSpc>
                      </a:pPr>
                      <a:r>
                        <a:rPr sz="3200" dirty="0">
                          <a:solidFill>
                            <a:srgbClr val="4EC8AF"/>
                          </a:solidFill>
                          <a:latin typeface="Consolas"/>
                          <a:cs typeface="Consolas"/>
                        </a:rPr>
                        <a:t>x^</a:t>
                      </a:r>
                      <a:r>
                        <a:rPr sz="3200" dirty="0">
                          <a:solidFill>
                            <a:srgbClr val="B5CEA8"/>
                          </a:solidFill>
                          <a:latin typeface="Consolas"/>
                          <a:cs typeface="Consolas"/>
                        </a:rPr>
                        <a:t>2</a:t>
                      </a:r>
                      <a:r>
                        <a:rPr sz="3200" dirty="0">
                          <a:solidFill>
                            <a:srgbClr val="4EC8AF"/>
                          </a:solidFill>
                          <a:latin typeface="Consolas"/>
                          <a:cs typeface="Consolas"/>
                        </a:rPr>
                        <a:t>\quad</a:t>
                      </a:r>
                      <a:r>
                        <a:rPr sz="3200" spc="-25" dirty="0">
                          <a:solidFill>
                            <a:srgbClr val="4EC8A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3200" dirty="0">
                          <a:solidFill>
                            <a:srgbClr val="4EC8AF"/>
                          </a:solidFill>
                          <a:latin typeface="Consolas"/>
                          <a:cs typeface="Consolas"/>
                        </a:rPr>
                        <a:t>+</a:t>
                      </a:r>
                      <a:r>
                        <a:rPr sz="3200" dirty="0">
                          <a:solidFill>
                            <a:srgbClr val="B5CEA8"/>
                          </a:solidFill>
                          <a:latin typeface="Consolas"/>
                          <a:cs typeface="Consolas"/>
                        </a:rPr>
                        <a:t>3</a:t>
                      </a:r>
                      <a:r>
                        <a:rPr sz="3200" dirty="0">
                          <a:solidFill>
                            <a:srgbClr val="4EC8AF"/>
                          </a:solidFill>
                          <a:latin typeface="Consolas"/>
                          <a:cs typeface="Consolas"/>
                        </a:rPr>
                        <a:t>x\quad</a:t>
                      </a:r>
                      <a:r>
                        <a:rPr sz="3200" spc="-15" dirty="0">
                          <a:solidFill>
                            <a:srgbClr val="4EC8A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3200" spc="-25" dirty="0">
                          <a:solidFill>
                            <a:srgbClr val="4EC8AF"/>
                          </a:solidFill>
                          <a:latin typeface="Consolas"/>
                          <a:cs typeface="Consolas"/>
                        </a:rPr>
                        <a:t>+</a:t>
                      </a:r>
                      <a:r>
                        <a:rPr sz="3200" spc="-25" dirty="0">
                          <a:solidFill>
                            <a:srgbClr val="B5CEA8"/>
                          </a:solidFill>
                          <a:latin typeface="Consolas"/>
                          <a:cs typeface="Consolas"/>
                        </a:rPr>
                        <a:t>2</a:t>
                      </a:r>
                      <a:endParaRPr sz="32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23520">
                        <a:lnSpc>
                          <a:spcPts val="3340"/>
                        </a:lnSpc>
                      </a:pPr>
                      <a:r>
                        <a:rPr sz="3200" spc="-25" dirty="0">
                          <a:solidFill>
                            <a:srgbClr val="C585C0"/>
                          </a:solidFill>
                          <a:latin typeface="Consolas"/>
                          <a:cs typeface="Consolas"/>
                        </a:rPr>
                        <a:t>\\</a:t>
                      </a:r>
                      <a:endParaRPr sz="32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marR="72390" algn="ctr">
                        <a:lnSpc>
                          <a:spcPts val="3335"/>
                        </a:lnSpc>
                      </a:pPr>
                      <a:r>
                        <a:rPr sz="3200" spc="-20" dirty="0">
                          <a:solidFill>
                            <a:srgbClr val="4EC8AF"/>
                          </a:solidFill>
                          <a:latin typeface="Consolas"/>
                          <a:cs typeface="Consolas"/>
                        </a:rPr>
                        <a:t>f(x)</a:t>
                      </a:r>
                      <a:endParaRPr sz="32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35"/>
                        </a:lnSpc>
                      </a:pPr>
                      <a:r>
                        <a:rPr sz="3200" spc="-25" dirty="0">
                          <a:solidFill>
                            <a:srgbClr val="C585C0"/>
                          </a:solidFill>
                          <a:latin typeface="Consolas"/>
                          <a:cs typeface="Consolas"/>
                        </a:rPr>
                        <a:t>&amp;</a:t>
                      </a:r>
                      <a:r>
                        <a:rPr sz="3200" spc="-25" dirty="0">
                          <a:solidFill>
                            <a:srgbClr val="4EC8AF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endParaRPr sz="32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11760">
                        <a:lnSpc>
                          <a:spcPts val="3335"/>
                        </a:lnSpc>
                      </a:pPr>
                      <a:r>
                        <a:rPr sz="3200" dirty="0">
                          <a:solidFill>
                            <a:srgbClr val="4EC8AF"/>
                          </a:solidFill>
                          <a:latin typeface="Consolas"/>
                          <a:cs typeface="Consolas"/>
                        </a:rPr>
                        <a:t>x^</a:t>
                      </a:r>
                      <a:r>
                        <a:rPr sz="3200" dirty="0">
                          <a:solidFill>
                            <a:srgbClr val="B5CEA8"/>
                          </a:solidFill>
                          <a:latin typeface="Consolas"/>
                          <a:cs typeface="Consolas"/>
                        </a:rPr>
                        <a:t>2</a:t>
                      </a:r>
                      <a:r>
                        <a:rPr sz="3200" dirty="0">
                          <a:solidFill>
                            <a:srgbClr val="4EC8AF"/>
                          </a:solidFill>
                          <a:latin typeface="Consolas"/>
                          <a:cs typeface="Consolas"/>
                        </a:rPr>
                        <a:t>\qquad</a:t>
                      </a:r>
                      <a:r>
                        <a:rPr sz="3200" spc="-175" dirty="0">
                          <a:solidFill>
                            <a:srgbClr val="4EC8A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3200" spc="-10" dirty="0">
                          <a:solidFill>
                            <a:srgbClr val="4EC8AF"/>
                          </a:solidFill>
                          <a:latin typeface="Consolas"/>
                          <a:cs typeface="Consolas"/>
                        </a:rPr>
                        <a:t>+</a:t>
                      </a:r>
                      <a:r>
                        <a:rPr sz="3200" spc="-10" dirty="0">
                          <a:solidFill>
                            <a:srgbClr val="B5CEA8"/>
                          </a:solidFill>
                          <a:latin typeface="Consolas"/>
                          <a:cs typeface="Consolas"/>
                        </a:rPr>
                        <a:t>3</a:t>
                      </a:r>
                      <a:r>
                        <a:rPr sz="3200" spc="-10" dirty="0">
                          <a:solidFill>
                            <a:srgbClr val="4EC8AF"/>
                          </a:solidFill>
                          <a:latin typeface="Consolas"/>
                          <a:cs typeface="Consolas"/>
                        </a:rPr>
                        <a:t>x\qquad</a:t>
                      </a:r>
                      <a:endParaRPr sz="32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3335"/>
                        </a:lnSpc>
                      </a:pPr>
                      <a:r>
                        <a:rPr sz="3200" spc="-25" dirty="0">
                          <a:solidFill>
                            <a:srgbClr val="4EC8AF"/>
                          </a:solidFill>
                          <a:latin typeface="Consolas"/>
                          <a:cs typeface="Consolas"/>
                        </a:rPr>
                        <a:t>+</a:t>
                      </a:r>
                      <a:r>
                        <a:rPr sz="3200" spc="-25" dirty="0">
                          <a:solidFill>
                            <a:srgbClr val="B5CEA8"/>
                          </a:solidFill>
                          <a:latin typeface="Consolas"/>
                          <a:cs typeface="Consolas"/>
                        </a:rPr>
                        <a:t>2</a:t>
                      </a:r>
                      <a:endParaRPr sz="32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629208" y="5570626"/>
            <a:ext cx="271272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10" dirty="0">
                <a:solidFill>
                  <a:srgbClr val="DCDCAA"/>
                </a:solidFill>
                <a:latin typeface="Consolas"/>
                <a:cs typeface="Consolas"/>
              </a:rPr>
              <a:t>\end</a:t>
            </a:r>
            <a:r>
              <a:rPr sz="3200" spc="-10" dirty="0">
                <a:solidFill>
                  <a:srgbClr val="D3D3D3"/>
                </a:solidFill>
                <a:latin typeface="Consolas"/>
                <a:cs typeface="Consolas"/>
              </a:rPr>
              <a:t>{</a:t>
            </a:r>
            <a:r>
              <a:rPr sz="3200" spc="-10" dirty="0">
                <a:solidFill>
                  <a:srgbClr val="9CDCFD"/>
                </a:solidFill>
                <a:latin typeface="Consolas"/>
                <a:cs typeface="Consolas"/>
              </a:rPr>
              <a:t>align*</a:t>
            </a:r>
            <a:r>
              <a:rPr sz="3200" spc="-10" dirty="0">
                <a:solidFill>
                  <a:srgbClr val="D3D3D3"/>
                </a:solidFill>
                <a:latin typeface="Consolas"/>
                <a:cs typeface="Consolas"/>
              </a:rPr>
              <a:t>}</a:t>
            </a:r>
            <a:endParaRPr sz="32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3278" rIns="0" bIns="0" rtlCol="0">
            <a:spAutoFit/>
          </a:bodyPr>
          <a:lstStyle/>
          <a:p>
            <a:pPr marL="1734820">
              <a:lnSpc>
                <a:spcPct val="100000"/>
              </a:lnSpc>
              <a:spcBef>
                <a:spcPts val="100"/>
              </a:spcBef>
            </a:pPr>
            <a:r>
              <a:rPr dirty="0"/>
              <a:t>Spacing</a:t>
            </a:r>
            <a:r>
              <a:rPr spc="-150" dirty="0"/>
              <a:t> </a:t>
            </a:r>
            <a:r>
              <a:rPr dirty="0"/>
              <a:t>Commands</a:t>
            </a:r>
            <a:r>
              <a:rPr spc="-120" dirty="0"/>
              <a:t> </a:t>
            </a:r>
            <a:r>
              <a:rPr spc="-10" dirty="0"/>
              <a:t>(</a:t>
            </a:r>
            <a:r>
              <a:rPr spc="-10" dirty="0">
                <a:solidFill>
                  <a:srgbClr val="FFFF00"/>
                </a:solidFill>
              </a:rPr>
              <a:t>Output</a:t>
            </a:r>
            <a:r>
              <a:rPr spc="-10" dirty="0"/>
              <a:t>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93896" y="1237348"/>
            <a:ext cx="5204206" cy="4902581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139" y="220802"/>
            <a:ext cx="3382645" cy="1068705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114300" marR="5080" indent="-102235">
              <a:lnSpc>
                <a:spcPts val="3890"/>
              </a:lnSpc>
              <a:spcBef>
                <a:spcPts val="590"/>
              </a:spcBef>
            </a:pPr>
            <a:r>
              <a:rPr dirty="0"/>
              <a:t>Invisible</a:t>
            </a:r>
            <a:r>
              <a:rPr spc="-100" dirty="0"/>
              <a:t> </a:t>
            </a:r>
            <a:r>
              <a:rPr spc="-10" dirty="0"/>
              <a:t>Brackets </a:t>
            </a:r>
            <a:r>
              <a:rPr dirty="0"/>
              <a:t>(\left.</a:t>
            </a:r>
            <a:r>
              <a:rPr spc="-50" dirty="0"/>
              <a:t> </a:t>
            </a:r>
            <a:r>
              <a:rPr dirty="0"/>
              <a:t>and</a:t>
            </a:r>
            <a:r>
              <a:rPr spc="-25" dirty="0"/>
              <a:t> </a:t>
            </a:r>
            <a:r>
              <a:rPr spc="-10" dirty="0"/>
              <a:t>\right.)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96556" y="471677"/>
            <a:ext cx="4734814" cy="229946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29208" y="1919732"/>
            <a:ext cx="10969625" cy="4538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C585C0"/>
                </a:solidFill>
                <a:latin typeface="Consolas"/>
                <a:cs typeface="Consolas"/>
              </a:rPr>
              <a:t>\usepackage</a:t>
            </a:r>
            <a:r>
              <a:rPr sz="2400" spc="-10" dirty="0">
                <a:solidFill>
                  <a:srgbClr val="D3D3D3"/>
                </a:solidFill>
                <a:latin typeface="Consolas"/>
                <a:cs typeface="Consolas"/>
              </a:rPr>
              <a:t>{</a:t>
            </a:r>
            <a:r>
              <a:rPr sz="2400" spc="-10" dirty="0">
                <a:solidFill>
                  <a:srgbClr val="4EC8AF"/>
                </a:solidFill>
                <a:latin typeface="Consolas"/>
                <a:cs typeface="Consolas"/>
              </a:rPr>
              <a:t>amsmath</a:t>
            </a:r>
            <a:r>
              <a:rPr sz="2400" spc="-10" dirty="0">
                <a:solidFill>
                  <a:srgbClr val="D3D3D3"/>
                </a:solidFill>
                <a:latin typeface="Consolas"/>
                <a:cs typeface="Consolas"/>
              </a:rPr>
              <a:t>}</a:t>
            </a:r>
            <a:endParaRPr sz="2400" dirty="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24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2400" spc="-10" dirty="0">
                <a:solidFill>
                  <a:srgbClr val="DCDCAA"/>
                </a:solidFill>
                <a:latin typeface="Consolas"/>
                <a:cs typeface="Consolas"/>
              </a:rPr>
              <a:t>\begin</a:t>
            </a:r>
            <a:r>
              <a:rPr sz="2400" spc="-10" dirty="0">
                <a:solidFill>
                  <a:srgbClr val="D3D3D3"/>
                </a:solidFill>
                <a:latin typeface="Consolas"/>
                <a:cs typeface="Consolas"/>
              </a:rPr>
              <a:t>{</a:t>
            </a:r>
            <a:r>
              <a:rPr sz="2400" spc="-10" dirty="0">
                <a:solidFill>
                  <a:srgbClr val="9CDCFD"/>
                </a:solidFill>
                <a:latin typeface="Consolas"/>
                <a:cs typeface="Consolas"/>
              </a:rPr>
              <a:t>align*</a:t>
            </a:r>
            <a:r>
              <a:rPr sz="2400" spc="-10" dirty="0">
                <a:solidFill>
                  <a:srgbClr val="D3D3D3"/>
                </a:solidFill>
                <a:latin typeface="Consolas"/>
                <a:cs typeface="Consolas"/>
              </a:rPr>
              <a:t>}</a:t>
            </a:r>
            <a:endParaRPr sz="2400" dirty="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24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516890" algn="l"/>
                <a:tab pos="3210560" algn="l"/>
              </a:tabLst>
            </a:pPr>
            <a:r>
              <a:rPr sz="2400" spc="-50" dirty="0">
                <a:solidFill>
                  <a:srgbClr val="4EC8AF"/>
                </a:solidFill>
                <a:latin typeface="Consolas"/>
                <a:cs typeface="Consolas"/>
              </a:rPr>
              <a:t>y</a:t>
            </a:r>
            <a:r>
              <a:rPr sz="2400" dirty="0">
                <a:solidFill>
                  <a:srgbClr val="4EC8AF"/>
                </a:solidFill>
                <a:latin typeface="Consolas"/>
                <a:cs typeface="Consolas"/>
              </a:rPr>
              <a:t>	=</a:t>
            </a:r>
            <a:r>
              <a:rPr sz="2400" spc="-20" dirty="0">
                <a:solidFill>
                  <a:srgbClr val="4EC8AF"/>
                </a:solidFill>
                <a:latin typeface="Consolas"/>
                <a:cs typeface="Consolas"/>
              </a:rPr>
              <a:t> </a:t>
            </a:r>
            <a:r>
              <a:rPr sz="2400" dirty="0">
                <a:solidFill>
                  <a:srgbClr val="B5CEA8"/>
                </a:solidFill>
                <a:latin typeface="Consolas"/>
                <a:cs typeface="Consolas"/>
              </a:rPr>
              <a:t>1</a:t>
            </a:r>
            <a:r>
              <a:rPr sz="2400" spc="-5" dirty="0">
                <a:solidFill>
                  <a:srgbClr val="B5CEA8"/>
                </a:solidFill>
                <a:latin typeface="Consolas"/>
                <a:cs typeface="Consolas"/>
              </a:rPr>
              <a:t> </a:t>
            </a:r>
            <a:r>
              <a:rPr sz="2400" dirty="0">
                <a:solidFill>
                  <a:srgbClr val="4EC8AF"/>
                </a:solidFill>
                <a:latin typeface="Consolas"/>
                <a:cs typeface="Consolas"/>
              </a:rPr>
              <a:t>+</a:t>
            </a:r>
            <a:r>
              <a:rPr sz="2400" spc="10" dirty="0">
                <a:solidFill>
                  <a:srgbClr val="4EC8AF"/>
                </a:solidFill>
                <a:latin typeface="Consolas"/>
                <a:cs typeface="Consolas"/>
              </a:rPr>
              <a:t> </a:t>
            </a:r>
            <a:r>
              <a:rPr sz="2400" dirty="0">
                <a:solidFill>
                  <a:srgbClr val="C585C0"/>
                </a:solidFill>
                <a:latin typeface="Consolas"/>
                <a:cs typeface="Consolas"/>
              </a:rPr>
              <a:t>&amp;</a:t>
            </a:r>
            <a:r>
              <a:rPr sz="2400" spc="-20" dirty="0">
                <a:solidFill>
                  <a:srgbClr val="C585C0"/>
                </a:solidFill>
                <a:latin typeface="Consolas"/>
                <a:cs typeface="Consolas"/>
              </a:rPr>
              <a:t> </a:t>
            </a:r>
            <a:r>
              <a:rPr sz="2400" spc="-10" dirty="0">
                <a:solidFill>
                  <a:srgbClr val="4EC8AF"/>
                </a:solidFill>
                <a:latin typeface="Consolas"/>
                <a:cs typeface="Consolas"/>
              </a:rPr>
              <a:t>\left(</a:t>
            </a:r>
            <a:r>
              <a:rPr sz="2400" dirty="0">
                <a:solidFill>
                  <a:srgbClr val="4EC8AF"/>
                </a:solidFill>
                <a:latin typeface="Consolas"/>
                <a:cs typeface="Consolas"/>
              </a:rPr>
              <a:t>	\frac{</a:t>
            </a:r>
            <a:r>
              <a:rPr sz="2400" dirty="0">
                <a:solidFill>
                  <a:srgbClr val="B5CEA8"/>
                </a:solidFill>
                <a:latin typeface="Consolas"/>
                <a:cs typeface="Consolas"/>
              </a:rPr>
              <a:t>1</a:t>
            </a:r>
            <a:r>
              <a:rPr sz="2400" dirty="0">
                <a:solidFill>
                  <a:srgbClr val="4EC8AF"/>
                </a:solidFill>
                <a:latin typeface="Consolas"/>
                <a:cs typeface="Consolas"/>
              </a:rPr>
              <a:t>}{x}</a:t>
            </a:r>
            <a:r>
              <a:rPr sz="2400" spc="-85" dirty="0">
                <a:solidFill>
                  <a:srgbClr val="4EC8AF"/>
                </a:solidFill>
                <a:latin typeface="Consolas"/>
                <a:cs typeface="Consolas"/>
              </a:rPr>
              <a:t> </a:t>
            </a:r>
            <a:r>
              <a:rPr sz="2400" dirty="0">
                <a:solidFill>
                  <a:srgbClr val="4EC8AF"/>
                </a:solidFill>
                <a:latin typeface="Consolas"/>
                <a:cs typeface="Consolas"/>
              </a:rPr>
              <a:t>+</a:t>
            </a:r>
            <a:r>
              <a:rPr sz="2400" spc="-65" dirty="0">
                <a:solidFill>
                  <a:srgbClr val="4EC8AF"/>
                </a:solidFill>
                <a:latin typeface="Consolas"/>
                <a:cs typeface="Consolas"/>
              </a:rPr>
              <a:t> </a:t>
            </a:r>
            <a:r>
              <a:rPr sz="2400" dirty="0">
                <a:solidFill>
                  <a:srgbClr val="4EC8AF"/>
                </a:solidFill>
                <a:latin typeface="Consolas"/>
                <a:cs typeface="Consolas"/>
              </a:rPr>
              <a:t>\frac{</a:t>
            </a:r>
            <a:r>
              <a:rPr sz="2400" dirty="0">
                <a:solidFill>
                  <a:srgbClr val="B5CEA8"/>
                </a:solidFill>
                <a:latin typeface="Consolas"/>
                <a:cs typeface="Consolas"/>
              </a:rPr>
              <a:t>1</a:t>
            </a:r>
            <a:r>
              <a:rPr sz="2400" dirty="0">
                <a:solidFill>
                  <a:srgbClr val="4EC8AF"/>
                </a:solidFill>
                <a:latin typeface="Consolas"/>
                <a:cs typeface="Consolas"/>
              </a:rPr>
              <a:t>}{x^</a:t>
            </a:r>
            <a:r>
              <a:rPr sz="2400" dirty="0">
                <a:solidFill>
                  <a:srgbClr val="B5CEA8"/>
                </a:solidFill>
                <a:latin typeface="Consolas"/>
                <a:cs typeface="Consolas"/>
              </a:rPr>
              <a:t>2</a:t>
            </a:r>
            <a:r>
              <a:rPr sz="2400" dirty="0">
                <a:solidFill>
                  <a:srgbClr val="4EC8AF"/>
                </a:solidFill>
                <a:latin typeface="Consolas"/>
                <a:cs typeface="Consolas"/>
              </a:rPr>
              <a:t>}</a:t>
            </a:r>
            <a:r>
              <a:rPr sz="2400" spc="-85" dirty="0">
                <a:solidFill>
                  <a:srgbClr val="4EC8AF"/>
                </a:solidFill>
                <a:latin typeface="Consolas"/>
                <a:cs typeface="Consolas"/>
              </a:rPr>
              <a:t> </a:t>
            </a:r>
            <a:r>
              <a:rPr sz="2400" dirty="0">
                <a:solidFill>
                  <a:srgbClr val="4EC8AF"/>
                </a:solidFill>
                <a:latin typeface="Consolas"/>
                <a:cs typeface="Consolas"/>
              </a:rPr>
              <a:t>+</a:t>
            </a:r>
            <a:r>
              <a:rPr sz="2400" spc="-80" dirty="0">
                <a:solidFill>
                  <a:srgbClr val="4EC8AF"/>
                </a:solidFill>
                <a:latin typeface="Consolas"/>
                <a:cs typeface="Consolas"/>
              </a:rPr>
              <a:t> </a:t>
            </a:r>
            <a:r>
              <a:rPr sz="2400" dirty="0">
                <a:solidFill>
                  <a:srgbClr val="4EC8AF"/>
                </a:solidFill>
                <a:latin typeface="Consolas"/>
                <a:cs typeface="Consolas"/>
              </a:rPr>
              <a:t>\frac{</a:t>
            </a:r>
            <a:r>
              <a:rPr sz="2400" dirty="0">
                <a:solidFill>
                  <a:srgbClr val="B5CEA8"/>
                </a:solidFill>
                <a:latin typeface="Consolas"/>
                <a:cs typeface="Consolas"/>
              </a:rPr>
              <a:t>1</a:t>
            </a:r>
            <a:r>
              <a:rPr sz="2400" dirty="0">
                <a:solidFill>
                  <a:srgbClr val="4EC8AF"/>
                </a:solidFill>
                <a:latin typeface="Consolas"/>
                <a:cs typeface="Consolas"/>
              </a:rPr>
              <a:t>}{x^</a:t>
            </a:r>
            <a:r>
              <a:rPr sz="2400" dirty="0">
                <a:solidFill>
                  <a:srgbClr val="B5CEA8"/>
                </a:solidFill>
                <a:latin typeface="Consolas"/>
                <a:cs typeface="Consolas"/>
              </a:rPr>
              <a:t>3</a:t>
            </a:r>
            <a:r>
              <a:rPr sz="2400" dirty="0">
                <a:solidFill>
                  <a:srgbClr val="4EC8AF"/>
                </a:solidFill>
                <a:latin typeface="Consolas"/>
                <a:cs typeface="Consolas"/>
              </a:rPr>
              <a:t>}</a:t>
            </a:r>
            <a:r>
              <a:rPr sz="2400" spc="-70" dirty="0">
                <a:solidFill>
                  <a:srgbClr val="4EC8AF"/>
                </a:solidFill>
                <a:latin typeface="Consolas"/>
                <a:cs typeface="Consolas"/>
              </a:rPr>
              <a:t> </a:t>
            </a:r>
            <a:r>
              <a:rPr sz="2400" spc="-50" dirty="0">
                <a:solidFill>
                  <a:srgbClr val="4EC8AF"/>
                </a:solidFill>
                <a:latin typeface="Consolas"/>
                <a:cs typeface="Consolas"/>
              </a:rPr>
              <a:t>+</a:t>
            </a:r>
            <a:endParaRPr sz="24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solidFill>
                  <a:srgbClr val="559CD5"/>
                </a:solidFill>
                <a:latin typeface="Consolas"/>
                <a:cs typeface="Consolas"/>
              </a:rPr>
              <a:t>\ldots</a:t>
            </a:r>
            <a:r>
              <a:rPr sz="2400" spc="-55" dirty="0">
                <a:solidFill>
                  <a:srgbClr val="559CD5"/>
                </a:solidFill>
                <a:latin typeface="Consolas"/>
                <a:cs typeface="Consolas"/>
              </a:rPr>
              <a:t> </a:t>
            </a:r>
            <a:r>
              <a:rPr sz="2400" dirty="0">
                <a:solidFill>
                  <a:srgbClr val="4EC8AF"/>
                </a:solidFill>
                <a:latin typeface="Consolas"/>
                <a:cs typeface="Consolas"/>
              </a:rPr>
              <a:t>\right.</a:t>
            </a:r>
            <a:r>
              <a:rPr sz="2400" spc="-50" dirty="0">
                <a:solidFill>
                  <a:srgbClr val="4EC8AF"/>
                </a:solidFill>
                <a:latin typeface="Consolas"/>
                <a:cs typeface="Consolas"/>
              </a:rPr>
              <a:t> </a:t>
            </a:r>
            <a:r>
              <a:rPr sz="2400" spc="-25" dirty="0">
                <a:solidFill>
                  <a:srgbClr val="C585C0"/>
                </a:solidFill>
                <a:latin typeface="Consolas"/>
                <a:cs typeface="Consolas"/>
              </a:rPr>
              <a:t>\\</a:t>
            </a:r>
            <a:endParaRPr sz="2400" dirty="0">
              <a:latin typeface="Consolas"/>
              <a:cs typeface="Consolas"/>
            </a:endParaRPr>
          </a:p>
          <a:p>
            <a:pPr marL="347980">
              <a:lnSpc>
                <a:spcPct val="100000"/>
              </a:lnSpc>
            </a:pPr>
            <a:r>
              <a:rPr sz="2400" dirty="0">
                <a:solidFill>
                  <a:srgbClr val="C585C0"/>
                </a:solidFill>
                <a:latin typeface="Consolas"/>
                <a:cs typeface="Consolas"/>
              </a:rPr>
              <a:t>&amp;</a:t>
            </a:r>
            <a:r>
              <a:rPr sz="2400" dirty="0">
                <a:solidFill>
                  <a:srgbClr val="4EC8AF"/>
                </a:solidFill>
                <a:latin typeface="Consolas"/>
                <a:cs typeface="Consolas"/>
              </a:rPr>
              <a:t>\left.</a:t>
            </a:r>
            <a:r>
              <a:rPr sz="2400" spc="-35" dirty="0">
                <a:solidFill>
                  <a:srgbClr val="4EC8AF"/>
                </a:solidFill>
                <a:latin typeface="Consolas"/>
                <a:cs typeface="Consolas"/>
              </a:rPr>
              <a:t> </a:t>
            </a:r>
            <a:r>
              <a:rPr sz="2400" dirty="0">
                <a:solidFill>
                  <a:srgbClr val="4EC8AF"/>
                </a:solidFill>
                <a:latin typeface="Consolas"/>
                <a:cs typeface="Consolas"/>
              </a:rPr>
              <a:t>\quad</a:t>
            </a:r>
            <a:r>
              <a:rPr sz="2400" spc="-40" dirty="0">
                <a:solidFill>
                  <a:srgbClr val="4EC8AF"/>
                </a:solidFill>
                <a:latin typeface="Consolas"/>
                <a:cs typeface="Consolas"/>
              </a:rPr>
              <a:t> </a:t>
            </a:r>
            <a:r>
              <a:rPr sz="2400" dirty="0">
                <a:solidFill>
                  <a:srgbClr val="4EC8AF"/>
                </a:solidFill>
                <a:latin typeface="Consolas"/>
                <a:cs typeface="Consolas"/>
              </a:rPr>
              <a:t>+</a:t>
            </a:r>
            <a:r>
              <a:rPr sz="2400" spc="-15" dirty="0">
                <a:solidFill>
                  <a:srgbClr val="4EC8AF"/>
                </a:solidFill>
                <a:latin typeface="Consolas"/>
                <a:cs typeface="Consolas"/>
              </a:rPr>
              <a:t> </a:t>
            </a:r>
            <a:r>
              <a:rPr sz="2400" spc="-10" dirty="0">
                <a:solidFill>
                  <a:srgbClr val="4EC8AF"/>
                </a:solidFill>
                <a:latin typeface="Consolas"/>
                <a:cs typeface="Consolas"/>
              </a:rPr>
              <a:t>\frac{</a:t>
            </a:r>
            <a:r>
              <a:rPr sz="2400" spc="-10" dirty="0">
                <a:solidFill>
                  <a:srgbClr val="B5CEA8"/>
                </a:solidFill>
                <a:latin typeface="Consolas"/>
                <a:cs typeface="Consolas"/>
              </a:rPr>
              <a:t>1</a:t>
            </a:r>
            <a:r>
              <a:rPr sz="2400" spc="-10" dirty="0">
                <a:solidFill>
                  <a:srgbClr val="4EC8AF"/>
                </a:solidFill>
                <a:latin typeface="Consolas"/>
                <a:cs typeface="Consolas"/>
              </a:rPr>
              <a:t>}{x^{n-</a:t>
            </a:r>
            <a:r>
              <a:rPr sz="2400" dirty="0">
                <a:solidFill>
                  <a:srgbClr val="B5CEA8"/>
                </a:solidFill>
                <a:latin typeface="Consolas"/>
                <a:cs typeface="Consolas"/>
              </a:rPr>
              <a:t>1</a:t>
            </a:r>
            <a:r>
              <a:rPr sz="2400" dirty="0">
                <a:solidFill>
                  <a:srgbClr val="4EC8AF"/>
                </a:solidFill>
                <a:latin typeface="Consolas"/>
                <a:cs typeface="Consolas"/>
              </a:rPr>
              <a:t>}}</a:t>
            </a:r>
            <a:r>
              <a:rPr sz="2400" spc="-30" dirty="0">
                <a:solidFill>
                  <a:srgbClr val="4EC8AF"/>
                </a:solidFill>
                <a:latin typeface="Consolas"/>
                <a:cs typeface="Consolas"/>
              </a:rPr>
              <a:t> </a:t>
            </a:r>
            <a:r>
              <a:rPr sz="2400" dirty="0">
                <a:solidFill>
                  <a:srgbClr val="4EC8AF"/>
                </a:solidFill>
                <a:latin typeface="Consolas"/>
                <a:cs typeface="Consolas"/>
              </a:rPr>
              <a:t>+</a:t>
            </a:r>
            <a:r>
              <a:rPr sz="2400" spc="-45" dirty="0">
                <a:solidFill>
                  <a:srgbClr val="4EC8AF"/>
                </a:solidFill>
                <a:latin typeface="Consolas"/>
                <a:cs typeface="Consolas"/>
              </a:rPr>
              <a:t> </a:t>
            </a:r>
            <a:r>
              <a:rPr sz="2400" dirty="0">
                <a:solidFill>
                  <a:srgbClr val="4EC8AF"/>
                </a:solidFill>
                <a:latin typeface="Consolas"/>
                <a:cs typeface="Consolas"/>
              </a:rPr>
              <a:t>\frac{</a:t>
            </a:r>
            <a:r>
              <a:rPr sz="2400" dirty="0">
                <a:solidFill>
                  <a:srgbClr val="B5CEA8"/>
                </a:solidFill>
                <a:latin typeface="Consolas"/>
                <a:cs typeface="Consolas"/>
              </a:rPr>
              <a:t>1</a:t>
            </a:r>
            <a:r>
              <a:rPr sz="2400" dirty="0">
                <a:solidFill>
                  <a:srgbClr val="4EC8AF"/>
                </a:solidFill>
                <a:latin typeface="Consolas"/>
                <a:cs typeface="Consolas"/>
              </a:rPr>
              <a:t>}{x^n}</a:t>
            </a:r>
            <a:r>
              <a:rPr sz="2400" spc="-35" dirty="0">
                <a:solidFill>
                  <a:srgbClr val="4EC8AF"/>
                </a:solidFill>
                <a:latin typeface="Consolas"/>
                <a:cs typeface="Consolas"/>
              </a:rPr>
              <a:t> </a:t>
            </a:r>
            <a:r>
              <a:rPr sz="2400" spc="-10" dirty="0">
                <a:solidFill>
                  <a:srgbClr val="4EC8AF"/>
                </a:solidFill>
                <a:latin typeface="Consolas"/>
                <a:cs typeface="Consolas"/>
              </a:rPr>
              <a:t>\right)</a:t>
            </a:r>
            <a:endParaRPr sz="2400" dirty="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24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2400" spc="-10" dirty="0">
                <a:solidFill>
                  <a:srgbClr val="DCDCAA"/>
                </a:solidFill>
                <a:latin typeface="Consolas"/>
                <a:cs typeface="Consolas"/>
              </a:rPr>
              <a:t>\end</a:t>
            </a:r>
            <a:r>
              <a:rPr sz="2400" spc="-10" dirty="0">
                <a:solidFill>
                  <a:srgbClr val="D3D3D3"/>
                </a:solidFill>
                <a:latin typeface="Consolas"/>
                <a:cs typeface="Consolas"/>
              </a:rPr>
              <a:t>{</a:t>
            </a:r>
            <a:r>
              <a:rPr sz="2400" spc="-10" dirty="0">
                <a:solidFill>
                  <a:srgbClr val="9CDCFD"/>
                </a:solidFill>
                <a:latin typeface="Consolas"/>
                <a:cs typeface="Consolas"/>
              </a:rPr>
              <a:t>align*</a:t>
            </a:r>
            <a:r>
              <a:rPr sz="2400" spc="-10" dirty="0">
                <a:solidFill>
                  <a:srgbClr val="D3D3D3"/>
                </a:solidFill>
                <a:latin typeface="Consolas"/>
                <a:cs typeface="Consolas"/>
              </a:rPr>
              <a:t>}</a:t>
            </a:r>
            <a:endParaRPr sz="2400" dirty="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035"/>
              </a:spcBef>
            </a:pPr>
            <a:endParaRPr sz="2400" dirty="0">
              <a:latin typeface="Consolas"/>
              <a:cs typeface="Consolas"/>
            </a:endParaRPr>
          </a:p>
          <a:p>
            <a:pPr marL="3340735" indent="-314325">
              <a:lnSpc>
                <a:spcPct val="100000"/>
              </a:lnSpc>
              <a:buAutoNum type="arabicParenR"/>
              <a:tabLst>
                <a:tab pos="3340735" algn="l"/>
              </a:tabLst>
            </a:pP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Use</a:t>
            </a:r>
            <a:r>
              <a:rPr sz="2400" b="1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400" b="1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align*</a:t>
            </a:r>
            <a:r>
              <a:rPr sz="2400" b="1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Calibri"/>
                <a:cs typeface="Calibri"/>
              </a:rPr>
              <a:t>environment</a:t>
            </a:r>
            <a:r>
              <a:rPr sz="2400" b="1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2400" b="1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not</a:t>
            </a:r>
            <a:r>
              <a:rPr sz="2400" b="1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numbering</a:t>
            </a:r>
            <a:r>
              <a:rPr sz="2400" b="1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4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Calibri"/>
                <a:cs typeface="Calibri"/>
              </a:rPr>
              <a:t>equations.</a:t>
            </a:r>
            <a:endParaRPr sz="2400" dirty="0">
              <a:latin typeface="Calibri"/>
              <a:cs typeface="Calibri"/>
            </a:endParaRPr>
          </a:p>
          <a:p>
            <a:pPr marL="3340735" indent="-314325">
              <a:lnSpc>
                <a:spcPct val="100000"/>
              </a:lnSpc>
              <a:spcBef>
                <a:spcPts val="5"/>
              </a:spcBef>
              <a:buAutoNum type="arabicParenR"/>
              <a:tabLst>
                <a:tab pos="3340735" algn="l"/>
              </a:tabLst>
            </a:pP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Use</a:t>
            </a:r>
            <a:r>
              <a:rPr sz="2400" b="1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4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‘&amp;’</a:t>
            </a:r>
            <a:r>
              <a:rPr sz="2400" b="1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symbol</a:t>
            </a:r>
            <a:r>
              <a:rPr sz="24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24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aligning</a:t>
            </a:r>
            <a:r>
              <a:rPr sz="2400" b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400" b="1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multiple</a:t>
            </a:r>
            <a:r>
              <a:rPr sz="2400" b="1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Calibri"/>
                <a:cs typeface="Calibri"/>
              </a:rPr>
              <a:t>equations.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1581" y="2554604"/>
            <a:ext cx="2590800" cy="1562100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12065" marR="5080" indent="635" algn="ctr">
              <a:lnSpc>
                <a:spcPct val="90000"/>
              </a:lnSpc>
              <a:spcBef>
                <a:spcPts val="530"/>
              </a:spcBef>
            </a:pPr>
            <a:r>
              <a:rPr spc="-10" dirty="0">
                <a:solidFill>
                  <a:srgbClr val="FFFF00"/>
                </a:solidFill>
              </a:rPr>
              <a:t>amsmath </a:t>
            </a:r>
            <a:r>
              <a:rPr spc="-10" dirty="0"/>
              <a:t>matrix </a:t>
            </a:r>
            <a:r>
              <a:rPr spc="-20" dirty="0"/>
              <a:t>environments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68700" y="127546"/>
            <a:ext cx="6914515" cy="6302502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1581" y="2554604"/>
            <a:ext cx="2590800" cy="1562100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12065" marR="5080" indent="635" algn="ctr">
              <a:lnSpc>
                <a:spcPct val="90000"/>
              </a:lnSpc>
              <a:spcBef>
                <a:spcPts val="530"/>
              </a:spcBef>
            </a:pPr>
            <a:r>
              <a:rPr spc="-10" dirty="0">
                <a:solidFill>
                  <a:srgbClr val="FFFF00"/>
                </a:solidFill>
              </a:rPr>
              <a:t>amsmath </a:t>
            </a:r>
            <a:r>
              <a:rPr spc="-10" dirty="0"/>
              <a:t>matrix </a:t>
            </a:r>
            <a:r>
              <a:rPr spc="-20" dirty="0"/>
              <a:t>environments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2509" y="148018"/>
            <a:ext cx="6749923" cy="6296279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3278" rIns="0" bIns="0" rtlCol="0">
            <a:spAutoFit/>
          </a:bodyPr>
          <a:lstStyle/>
          <a:p>
            <a:pPr marL="2539365">
              <a:lnSpc>
                <a:spcPct val="100000"/>
              </a:lnSpc>
              <a:spcBef>
                <a:spcPts val="100"/>
              </a:spcBef>
            </a:pPr>
            <a:r>
              <a:rPr dirty="0"/>
              <a:t>Continued</a:t>
            </a:r>
            <a:r>
              <a:rPr spc="-160" dirty="0"/>
              <a:t> </a:t>
            </a:r>
            <a:r>
              <a:rPr spc="-10" dirty="0"/>
              <a:t>Fractions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28829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\[</a:t>
            </a:r>
          </a:p>
          <a:p>
            <a:pPr marL="288290">
              <a:lnSpc>
                <a:spcPct val="100000"/>
              </a:lnSpc>
            </a:pPr>
            <a:r>
              <a:rPr spc="-10" dirty="0"/>
              <a:t>\frac{</a:t>
            </a:r>
            <a:r>
              <a:rPr spc="-10" dirty="0">
                <a:solidFill>
                  <a:srgbClr val="B5CEA8"/>
                </a:solidFill>
              </a:rPr>
              <a:t>1</a:t>
            </a:r>
            <a:r>
              <a:rPr spc="-10" dirty="0"/>
              <a:t>+\frac{a}{b}}{</a:t>
            </a:r>
            <a:r>
              <a:rPr spc="-10" dirty="0">
                <a:solidFill>
                  <a:srgbClr val="B5CEA8"/>
                </a:solidFill>
              </a:rPr>
              <a:t>1</a:t>
            </a:r>
            <a:r>
              <a:rPr spc="-10" dirty="0"/>
              <a:t>+\frac{</a:t>
            </a:r>
            <a:r>
              <a:rPr spc="-10" dirty="0">
                <a:solidFill>
                  <a:srgbClr val="B5CEA8"/>
                </a:solidFill>
              </a:rPr>
              <a:t>1</a:t>
            </a:r>
            <a:r>
              <a:rPr spc="-10" dirty="0"/>
              <a:t>}{</a:t>
            </a:r>
            <a:r>
              <a:rPr spc="-10" dirty="0">
                <a:solidFill>
                  <a:srgbClr val="B5CEA8"/>
                </a:solidFill>
              </a:rPr>
              <a:t>1</a:t>
            </a:r>
            <a:r>
              <a:rPr spc="-10" dirty="0"/>
              <a:t>+\frac{</a:t>
            </a:r>
            <a:r>
              <a:rPr spc="-10" dirty="0">
                <a:solidFill>
                  <a:srgbClr val="B5CEA8"/>
                </a:solidFill>
              </a:rPr>
              <a:t>1</a:t>
            </a:r>
            <a:r>
              <a:rPr spc="-10" dirty="0"/>
              <a:t>}{a}}}</a:t>
            </a:r>
          </a:p>
          <a:p>
            <a:pPr marL="288290">
              <a:lnSpc>
                <a:spcPct val="100000"/>
              </a:lnSpc>
            </a:pPr>
            <a:r>
              <a:rPr spc="-25" dirty="0"/>
              <a:t>\]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52873" y="3428987"/>
            <a:ext cx="3286379" cy="2398141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4540" y="192404"/>
            <a:ext cx="8978265" cy="3989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311015">
              <a:lnSpc>
                <a:spcPct val="100000"/>
              </a:lnSpc>
              <a:spcBef>
                <a:spcPts val="100"/>
              </a:spcBef>
            </a:pPr>
            <a:r>
              <a:rPr sz="3600" spc="-10" dirty="0">
                <a:solidFill>
                  <a:srgbClr val="FFC000"/>
                </a:solidFill>
                <a:latin typeface="Calibri"/>
                <a:cs typeface="Calibri"/>
              </a:rPr>
              <a:t>References</a:t>
            </a:r>
            <a:endParaRPr sz="3600" dirty="0">
              <a:latin typeface="Calibri"/>
              <a:cs typeface="Calibri"/>
            </a:endParaRPr>
          </a:p>
          <a:p>
            <a:pPr marL="12700" marR="5080" indent="229235">
              <a:lnSpc>
                <a:spcPct val="100000"/>
              </a:lnSpc>
              <a:spcBef>
                <a:spcPts val="2885"/>
              </a:spcBef>
              <a:buClr>
                <a:srgbClr val="FFFFFF"/>
              </a:buClr>
              <a:buSzPct val="79166"/>
              <a:buFont typeface="Arial MT"/>
              <a:buChar char="•"/>
              <a:tabLst>
                <a:tab pos="241935" algn="l"/>
              </a:tabLst>
            </a:pPr>
            <a:r>
              <a:rPr sz="3600" spc="-45" dirty="0">
                <a:solidFill>
                  <a:srgbClr val="FFFF00"/>
                </a:solidFill>
                <a:latin typeface="Calibri"/>
                <a:cs typeface="Calibri"/>
              </a:rPr>
              <a:t>LaTeX</a:t>
            </a:r>
            <a:r>
              <a:rPr sz="3600" spc="-13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FFFF00"/>
                </a:solidFill>
                <a:latin typeface="Calibri"/>
                <a:cs typeface="Calibri"/>
              </a:rPr>
              <a:t>Beginner’s</a:t>
            </a:r>
            <a:r>
              <a:rPr sz="3600" spc="-14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FFFF00"/>
                </a:solidFill>
                <a:latin typeface="Calibri"/>
                <a:cs typeface="Calibri"/>
              </a:rPr>
              <a:t>Guide</a:t>
            </a:r>
            <a:r>
              <a:rPr sz="3600" dirty="0">
                <a:solidFill>
                  <a:srgbClr val="FFFFFF"/>
                </a:solidFill>
                <a:latin typeface="Calibri"/>
                <a:cs typeface="Calibri"/>
              </a:rPr>
              <a:t>,</a:t>
            </a:r>
            <a:r>
              <a:rPr sz="3600" spc="-1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00AFEF"/>
                </a:solidFill>
                <a:latin typeface="Calibri"/>
                <a:cs typeface="Calibri"/>
              </a:rPr>
              <a:t>Stefan</a:t>
            </a:r>
            <a:r>
              <a:rPr sz="3600" spc="-14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00AFEF"/>
                </a:solidFill>
                <a:latin typeface="Calibri"/>
                <a:cs typeface="Calibri"/>
              </a:rPr>
              <a:t>Kottwitz</a:t>
            </a:r>
            <a:r>
              <a:rPr sz="3600" dirty="0">
                <a:solidFill>
                  <a:srgbClr val="FFFFFF"/>
                </a:solidFill>
                <a:latin typeface="Calibri"/>
                <a:cs typeface="Calibri"/>
              </a:rPr>
              <a:t>,</a:t>
            </a:r>
            <a:r>
              <a:rPr sz="3600" spc="-1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600" spc="-20" dirty="0">
                <a:solidFill>
                  <a:srgbClr val="FFFFFF"/>
                </a:solidFill>
                <a:latin typeface="Calibri"/>
                <a:cs typeface="Calibri"/>
              </a:rPr>
              <a:t>PACKT </a:t>
            </a:r>
            <a:r>
              <a:rPr sz="3600" spc="-10" dirty="0">
                <a:solidFill>
                  <a:srgbClr val="FFFFFF"/>
                </a:solidFill>
                <a:latin typeface="Calibri"/>
                <a:cs typeface="Calibri"/>
              </a:rPr>
              <a:t>Publishing</a:t>
            </a:r>
            <a:endParaRPr sz="3600" dirty="0">
              <a:latin typeface="Calibri"/>
              <a:cs typeface="Calibri"/>
            </a:endParaRPr>
          </a:p>
          <a:p>
            <a:pPr marL="139700" indent="-139700">
              <a:lnSpc>
                <a:spcPct val="100000"/>
              </a:lnSpc>
              <a:spcBef>
                <a:spcPts val="1200"/>
              </a:spcBef>
              <a:buClr>
                <a:srgbClr val="FFFFFF"/>
              </a:buClr>
              <a:buSzPct val="79166"/>
              <a:buFont typeface="Arial MT"/>
              <a:buChar char="•"/>
              <a:tabLst>
                <a:tab pos="139700" algn="l"/>
              </a:tabLst>
            </a:pPr>
            <a:r>
              <a:rPr sz="3600" u="sng" spc="-15" dirty="0">
                <a:solidFill>
                  <a:srgbClr val="399CDB"/>
                </a:solidFill>
                <a:uFill>
                  <a:solidFill>
                    <a:srgbClr val="399CDB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3600" u="sng" spc="-10" dirty="0">
                <a:solidFill>
                  <a:srgbClr val="399CDB"/>
                </a:solidFill>
                <a:uFill>
                  <a:solidFill>
                    <a:srgbClr val="399CDB"/>
                  </a:solidFill>
                </a:uFill>
                <a:latin typeface="Calibri"/>
                <a:cs typeface="Calibri"/>
                <a:hlinkClick r:id="rId2"/>
              </a:rPr>
              <a:t>https://www.overleaf.com/learn</a:t>
            </a:r>
            <a:endParaRPr sz="3600" dirty="0">
              <a:latin typeface="Calibri"/>
              <a:cs typeface="Calibri"/>
            </a:endParaRPr>
          </a:p>
          <a:p>
            <a:pPr marL="12700" marR="2136140" indent="-12700">
              <a:lnSpc>
                <a:spcPct val="100000"/>
              </a:lnSpc>
              <a:spcBef>
                <a:spcPts val="1200"/>
              </a:spcBef>
              <a:buClr>
                <a:srgbClr val="FFFFFF"/>
              </a:buClr>
              <a:buSzPct val="79166"/>
              <a:buFont typeface="Arial MT"/>
              <a:buChar char="•"/>
              <a:tabLst>
                <a:tab pos="139700" algn="l"/>
              </a:tabLst>
            </a:pPr>
            <a:r>
              <a:rPr sz="3600" u="sng" spc="-10" dirty="0">
                <a:solidFill>
                  <a:srgbClr val="399CDB"/>
                </a:solidFill>
                <a:uFill>
                  <a:solidFill>
                    <a:srgbClr val="399CDB"/>
                  </a:solidFill>
                </a:uFill>
                <a:latin typeface="Calibri"/>
                <a:cs typeface="Calibri"/>
                <a:hlinkClick r:id="rId3"/>
              </a:rPr>
              <a:t>	https://ctan.org/tex-</a:t>
            </a:r>
            <a:r>
              <a:rPr sz="3600" spc="-10" dirty="0">
                <a:solidFill>
                  <a:srgbClr val="399CDB"/>
                </a:solidFill>
                <a:latin typeface="Calibri"/>
                <a:cs typeface="Calibri"/>
              </a:rPr>
              <a:t> </a:t>
            </a:r>
            <a:r>
              <a:rPr sz="3600" u="sng" spc="-10" dirty="0">
                <a:solidFill>
                  <a:srgbClr val="399CDB"/>
                </a:solidFill>
                <a:uFill>
                  <a:solidFill>
                    <a:srgbClr val="399CDB"/>
                  </a:solidFill>
                </a:uFill>
                <a:latin typeface="Calibri"/>
                <a:cs typeface="Calibri"/>
                <a:hlinkClick r:id="rId3"/>
              </a:rPr>
              <a:t>archive/info/lshort/english/?lang=en</a:t>
            </a:r>
            <a:endParaRPr sz="36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399CDB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TM03457491[[fn=Metropolitan]]</Template>
  <TotalTime>971</TotalTime>
  <Words>1728</Words>
  <Application>Microsoft Office PowerPoint</Application>
  <PresentationFormat>Widescreen</PresentationFormat>
  <Paragraphs>403</Paragraphs>
  <Slides>76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76</vt:i4>
      </vt:variant>
    </vt:vector>
  </HeadingPairs>
  <TitlesOfParts>
    <vt:vector size="81" baseType="lpstr">
      <vt:lpstr>Arial MT</vt:lpstr>
      <vt:lpstr>Calibri</vt:lpstr>
      <vt:lpstr>Consolas</vt:lpstr>
      <vt:lpstr>Times New Roman</vt:lpstr>
      <vt:lpstr>Office Theme</vt:lpstr>
      <vt:lpstr>PowerPoint Presentation</vt:lpstr>
      <vt:lpstr>Content</vt:lpstr>
      <vt:lpstr>Content</vt:lpstr>
      <vt:lpstr>LaTeX Introduction</vt:lpstr>
      <vt:lpstr>LaTeX Benefits</vt:lpstr>
      <vt:lpstr>LaTeX Benefits</vt:lpstr>
      <vt:lpstr>LaTeX Editors (Offline)</vt:lpstr>
      <vt:lpstr>LaTeX Editors (Online)</vt:lpstr>
      <vt:lpstr>Creating First Document</vt:lpstr>
      <vt:lpstr>Output in PDF Format</vt:lpstr>
      <vt:lpstr>LaTeX Commands</vt:lpstr>
      <vt:lpstr>Spaces, Line Breaks, Paragraphs</vt:lpstr>
      <vt:lpstr>Spaces, Line Breaks, Paragraphs</vt:lpstr>
      <vt:lpstr>Spaces, Line Breaks, Paragraphs and Comments</vt:lpstr>
      <vt:lpstr>Writing Special Characters</vt:lpstr>
      <vt:lpstr>Writing Special Characters</vt:lpstr>
      <vt:lpstr>Bolds, Italics and Underlining</vt:lpstr>
      <vt:lpstr>Bolds, Italics and Underlining</vt:lpstr>
      <vt:lpstr>Fonts Sizes</vt:lpstr>
      <vt:lpstr>Fonts Families</vt:lpstr>
      <vt:lpstr>Fonts Styles</vt:lpstr>
      <vt:lpstr>Text Alignments</vt:lpstr>
      <vt:lpstr>Text Alignments</vt:lpstr>
      <vt:lpstr>Custom Commands</vt:lpstr>
      <vt:lpstr>Custom Commands</vt:lpstr>
      <vt:lpstr>Creating a Macro</vt:lpstr>
      <vt:lpstr>Creating a Macro</vt:lpstr>
      <vt:lpstr>\newcommand</vt:lpstr>
      <vt:lpstr>Command with Optional Arguments</vt:lpstr>
      <vt:lpstr>Command with Optional Arguments</vt:lpstr>
      <vt:lpstr>Two Columns</vt:lpstr>
      <vt:lpstr>Two Columns (Output)</vt:lpstr>
      <vt:lpstr>Multiple Columns</vt:lpstr>
      <vt:lpstr>PowerPoint Presentation</vt:lpstr>
      <vt:lpstr>Table of Contents</vt:lpstr>
      <vt:lpstr>Table of Contents (First Page Output)</vt:lpstr>
      <vt:lpstr>Lists in LaTeX</vt:lpstr>
      <vt:lpstr>Unordered List</vt:lpstr>
      <vt:lpstr>Unordered List (Output)</vt:lpstr>
      <vt:lpstr>Ordered List</vt:lpstr>
      <vt:lpstr>Ordered List (Output)</vt:lpstr>
      <vt:lpstr>Description List</vt:lpstr>
      <vt:lpstr>Description List (Output)</vt:lpstr>
      <vt:lpstr>Inserting Images</vt:lpstr>
      <vt:lpstr>PowerPoint Presentation</vt:lpstr>
      <vt:lpstr>Changing the image size and rotation</vt:lpstr>
      <vt:lpstr>PowerPoint Presentation</vt:lpstr>
      <vt:lpstr>Creating Tables</vt:lpstr>
      <vt:lpstr>PowerPoint Presentation</vt:lpstr>
      <vt:lpstr>Combining Columns</vt:lpstr>
      <vt:lpstr>Combining Rows</vt:lpstr>
      <vt:lpstr>PowerPoint Presentation</vt:lpstr>
      <vt:lpstr>Greek Letters</vt:lpstr>
      <vt:lpstr>Arrows</vt:lpstr>
      <vt:lpstr>Miscellaneous symbols</vt:lpstr>
      <vt:lpstr>Binary Operation/ Relation Symbols</vt:lpstr>
      <vt:lpstr>PowerPoint Presentation</vt:lpstr>
      <vt:lpstr>PowerPoint Presentation</vt:lpstr>
      <vt:lpstr>PowerPoint Presentation</vt:lpstr>
      <vt:lpstr>Mathematical Expressions</vt:lpstr>
      <vt:lpstr>PowerPoint Presentation</vt:lpstr>
      <vt:lpstr>Display Math Mode (with equation number)</vt:lpstr>
      <vt:lpstr>Display Math Mode (with equation number)</vt:lpstr>
      <vt:lpstr>Subscript and Superscript</vt:lpstr>
      <vt:lpstr>Operators using subscripts and superscripts</vt:lpstr>
      <vt:lpstr>Brackets and Parentheses</vt:lpstr>
      <vt:lpstr>Brackets and Parentheses</vt:lpstr>
      <vt:lpstr>Aligning Equations with amsmath package</vt:lpstr>
      <vt:lpstr>Spacing Commands (use amsmath package)</vt:lpstr>
      <vt:lpstr>Spacing Commands (Example)</vt:lpstr>
      <vt:lpstr>Spacing Commands (Output)</vt:lpstr>
      <vt:lpstr>Invisible Brackets (\left. and \right.)</vt:lpstr>
      <vt:lpstr>amsmath matrix environments</vt:lpstr>
      <vt:lpstr>amsmath matrix environments</vt:lpstr>
      <vt:lpstr>Continued Fractions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LaTeX Introduction by PMJ</dc:title>
  <dc:creator>Prashant Jadav</dc:creator>
  <cp:lastModifiedBy>Asus</cp:lastModifiedBy>
  <cp:revision>14</cp:revision>
  <dcterms:created xsi:type="dcterms:W3CDTF">2025-09-12T16:25:06Z</dcterms:created>
  <dcterms:modified xsi:type="dcterms:W3CDTF">2025-09-16T07:49:28Z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2021-11-30T00:00:00Z</vt:filetime>
  </property>
  <property fmtid="{D5CDD505-2E9C-101B-9397-08002B2CF9AE}" pid="3" name="Creator">
    <vt:lpwstr>Microsoft® Office PowerPoint® 2007</vt:lpwstr>
  </property>
  <property fmtid="{D5CDD505-2E9C-101B-9397-08002B2CF9AE}" pid="4" name="LastSaved">
    <vt:filetime>2025-09-12T00:00:00Z</vt:filetime>
  </property>
  <property fmtid="{D5CDD505-2E9C-101B-9397-08002B2CF9AE}" pid="5" name="Producer">
    <vt:lpwstr>Microsoft® Office PowerPoint® 2007</vt:lpwstr>
  </property>
</Properties>
</file>